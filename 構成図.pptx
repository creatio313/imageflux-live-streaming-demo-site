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8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  <p:sldMasterId id="2147483766" r:id="rId2"/>
    <p:sldMasterId id="2147483794" r:id="rId3"/>
    <p:sldMasterId id="2147483809" r:id="rId4"/>
    <p:sldMasterId id="2147483799" r:id="rId5"/>
    <p:sldMasterId id="2147483789" r:id="rId6"/>
    <p:sldMasterId id="2147483804" r:id="rId7"/>
    <p:sldMasterId id="2147483814" r:id="rId8"/>
    <p:sldMasterId id="2147483819" r:id="rId9"/>
  </p:sldMasterIdLst>
  <p:notesMasterIdLst>
    <p:notesMasterId r:id="rId11"/>
  </p:notesMasterIdLst>
  <p:sldIdLst>
    <p:sldId id="256" r:id="rId10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pos="717" userDrawn="1">
          <p15:clr>
            <a:srgbClr val="A4A3A4"/>
          </p15:clr>
        </p15:guide>
        <p15:guide id="4" pos="14597" userDrawn="1">
          <p15:clr>
            <a:srgbClr val="A4A3A4"/>
          </p15:clr>
        </p15:guide>
        <p15:guide id="5" orient="horz" pos="442" userDrawn="1">
          <p15:clr>
            <a:srgbClr val="A4A3A4"/>
          </p15:clr>
        </p15:guide>
        <p15:guide id="6" orient="horz" pos="8244" userDrawn="1">
          <p15:clr>
            <a:srgbClr val="A4A3A4"/>
          </p15:clr>
        </p15:guide>
        <p15:guide id="7" orient="horz" pos="963" userDrawn="1">
          <p15:clr>
            <a:srgbClr val="A4A3A4"/>
          </p15:clr>
        </p15:guide>
        <p15:guide id="8" orient="horz" pos="76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8087"/>
    <a:srgbClr val="FF8800"/>
    <a:srgbClr val="404044"/>
    <a:srgbClr val="FF5577"/>
    <a:srgbClr val="00C8C8"/>
    <a:srgbClr val="7899DF"/>
    <a:srgbClr val="000000"/>
    <a:srgbClr val="0000A9"/>
    <a:srgbClr val="FFCB02"/>
    <a:srgbClr val="CCC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ED1AF-0701-4A81-8C7F-0DDC830A253F}" v="1" dt="2026-05-27T07:26:54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898"/>
  </p:normalViewPr>
  <p:slideViewPr>
    <p:cSldViewPr snapToGrid="0" snapToObjects="1">
      <p:cViewPr varScale="1">
        <p:scale>
          <a:sx n="81" d="100"/>
          <a:sy n="81" d="100"/>
        </p:scale>
        <p:origin x="128" y="84"/>
      </p:cViewPr>
      <p:guideLst>
        <p:guide orient="horz" pos="4297"/>
        <p:guide pos="7680"/>
        <p:guide pos="717"/>
        <p:guide pos="14597"/>
        <p:guide orient="horz" pos="442"/>
        <p:guide orient="horz" pos="8244"/>
        <p:guide orient="horz" pos="963"/>
        <p:guide orient="horz" pos="767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09" d="100"/>
          <a:sy n="109" d="100"/>
        </p:scale>
        <p:origin x="4232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城谷 匠" userId="afbae57c-d4ca-4e58-bc9a-6f765e208d89" providerId="ADAL" clId="{FD963559-32B2-43B7-8F97-A1E47AC731FA}"/>
    <pc:docChg chg="modSld">
      <pc:chgData name="城谷 匠" userId="afbae57c-d4ca-4e58-bc9a-6f765e208d89" providerId="ADAL" clId="{FD963559-32B2-43B7-8F97-A1E47AC731FA}" dt="2026-05-27T07:26:54.810" v="0"/>
      <pc:docMkLst>
        <pc:docMk/>
      </pc:docMkLst>
      <pc:sldChg chg="modSp">
        <pc:chgData name="城谷 匠" userId="afbae57c-d4ca-4e58-bc9a-6f765e208d89" providerId="ADAL" clId="{FD963559-32B2-43B7-8F97-A1E47AC731FA}" dt="2026-05-27T07:26:54.810" v="0"/>
        <pc:sldMkLst>
          <pc:docMk/>
          <pc:sldMk cId="303347138" sldId="256"/>
        </pc:sldMkLst>
        <pc:cxnChg chg="mod">
          <ac:chgData name="城谷 匠" userId="afbae57c-d4ca-4e58-bc9a-6f765e208d89" providerId="ADAL" clId="{FD963559-32B2-43B7-8F97-A1E47AC731FA}" dt="2026-05-27T07:26:54.810" v="0"/>
          <ac:cxnSpMkLst>
            <pc:docMk/>
            <pc:sldMk cId="303347138" sldId="256"/>
            <ac:cxnSpMk id="26" creationId="{27EBF9F0-3703-047C-04CB-8AD93AF39BD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68C42-B005-8F46-81B0-B2663E397375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B1C85-7D96-A04F-A516-320C399CA4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610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B81B0DBB-64DB-49AB-A64F-CD8EDA8CF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22919" y="11462517"/>
            <a:ext cx="4136571" cy="7239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C7629F-38E2-4BBB-9E40-7AEF8029D47E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0AA0F90E-F4A4-5743-911E-2FD5F6BA4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rgbClr val="7E7E86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536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7D7754F4-074B-534F-82F6-D92F50249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6271134"/>
            <a:ext cx="21963063" cy="5916103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75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FBDE8028-7CDB-8140-BA74-AF2C01D7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6" y="1528763"/>
            <a:ext cx="21963062" cy="4049077"/>
          </a:xfrm>
        </p:spPr>
        <p:txBody>
          <a:bodyPr anchor="b" anchorCtr="0">
            <a:normAutofit/>
          </a:bodyPr>
          <a:lstStyle>
            <a:lvl1pPr>
              <a:defRPr sz="1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>
                <a:solidFill>
                  <a:srgbClr val="7E7E86"/>
                </a:solidFill>
                <a:ea typeface="Haru TP R" panose="020B0500040000000000" pitchFamily="34" charset="-128"/>
              </a:rPr>
              <a:t>マスター タイトルの書式設定</a:t>
            </a:r>
            <a:endParaRPr kumimoji="1" lang="ja-JP" altLang="en-US" dirty="0">
              <a:solidFill>
                <a:srgbClr val="7E7E86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FF499CC-70EC-BC44-A245-FD20CFD291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DF13AF-30BD-472C-BC86-6D5A8A4E4526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82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8AA560FC-963E-274B-8463-4497BADE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675" y="5029200"/>
            <a:ext cx="21963063" cy="7158038"/>
          </a:xfrm>
        </p:spPr>
        <p:txBody>
          <a:bodyPr anchor="t" anchorCtr="0">
            <a:noAutofit/>
          </a:bodyPr>
          <a:lstStyle>
            <a:lvl1pPr marL="0" indent="0">
              <a:buNone/>
              <a:defRPr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sz="6000" b="1">
                <a:solidFill>
                  <a:srgbClr val="7E7E86"/>
                </a:solidFill>
                <a:ea typeface="Haru TP B" panose="020B0500040000000000" pitchFamily="34" charset="-128"/>
              </a:rPr>
              <a:t>マスター テキストの書式設定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41883F2-2986-1440-83C5-8D8FF7B19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3F6BF6B9-6F1F-483B-B7E9-45CC7980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5" y="1385887"/>
            <a:ext cx="21955938" cy="3095625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421F14-6942-47BE-B5D9-E7959C3AA45F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254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73" userDrawn="1">
          <p15:clr>
            <a:srgbClr val="FBAE40"/>
          </p15:clr>
        </p15:guide>
        <p15:guide id="2" pos="23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7" name="グラフ プレースホルダー 6">
            <a:extLst>
              <a:ext uri="{FF2B5EF4-FFF2-40B4-BE49-F238E27FC236}">
                <a16:creationId xmlns:a16="http://schemas.microsoft.com/office/drawing/2014/main" id="{21CAC4D3-0CF3-FA43-BCCA-F6ED48EB514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216801" y="2160444"/>
            <a:ext cx="10514806" cy="98648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グラフを追加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10514013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667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 userDrawn="1">
          <p15:clr>
            <a:srgbClr val="FBAE40"/>
          </p15:clr>
        </p15:guide>
        <p15:guide id="2" pos="7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09A5033-CFBE-7A43-8BD6-7B1143836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7594" y="730251"/>
            <a:ext cx="21948019" cy="960436"/>
          </a:xfrm>
        </p:spPr>
        <p:txBody>
          <a:bodyPr anchor="t">
            <a:normAutofit/>
          </a:bodyPr>
          <a:lstStyle>
            <a:lvl1pPr marL="0" indent="0">
              <a:buNone/>
              <a:defRPr sz="5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B15021-1E17-44A2-B719-4C7A06CD82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948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画像（全面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82B3F3BA-63FF-6048-BC9B-3C1ED4BBCF5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2412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D8CB3D-D6A8-394B-B81F-4D8470C51F2B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 sz="4000">
                <a:solidFill>
                  <a:schemeClr val="bg1"/>
                </a:solidFill>
                <a:ea typeface="Haru TP R" panose="020B0500040000000000" pitchFamily="34" charset="-128"/>
              </a:rPr>
              <a:t>マスター サブタイトルの書式設定</a:t>
            </a:r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4B17F8A1-2466-7247-A0F3-C4FA18261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E7010C-EC2B-4045-A2D1-CFE557EF81AB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834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0413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0AD306F-D01E-484F-A01D-5BE66C3B0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50011" y="2142695"/>
            <a:ext cx="10514806" cy="1528855"/>
          </a:xfrm>
        </p:spPr>
        <p:txBody>
          <a:bodyPr anchor="t">
            <a:norm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CF415C9-4309-FE4D-9061-C60C8F3E23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0011" y="8102600"/>
            <a:ext cx="10514806" cy="3922713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B6C4E0AF-BC5E-6049-B88B-28322E6271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0788" y="3671888"/>
            <a:ext cx="10514012" cy="4430712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BDED08-B1A3-42CA-8A01-157959BFE5DD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3771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1B325582-21CD-0A47-A61F-66C5FFC2B1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06345" y="0"/>
            <a:ext cx="15177599" cy="13716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3A5B875-DBDA-E34B-AD4D-5EA9706573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4117765"/>
            <a:ext cx="21955938" cy="1528855"/>
          </a:xfrm>
        </p:spPr>
        <p:txBody>
          <a:bodyPr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D06306D-F173-EC42-991E-1131CA0C84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8000"/>
            <a:ext cx="21956713" cy="5029200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F54601-B2C2-4127-9682-5CDFC162432C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262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画像（下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3">
            <a:extLst>
              <a:ext uri="{FF2B5EF4-FFF2-40B4-BE49-F238E27FC236}">
                <a16:creationId xmlns:a16="http://schemas.microsoft.com/office/drawing/2014/main" id="{446C969A-DE70-0744-8D0C-FA1C4F5D5F9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531" y="9144000"/>
            <a:ext cx="24383944" cy="4572000"/>
          </a:xfr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6" name="テキスト プレースホルダー 2">
            <a:extLst>
              <a:ext uri="{FF2B5EF4-FFF2-40B4-BE49-F238E27FC236}">
                <a16:creationId xmlns:a16="http://schemas.microsoft.com/office/drawing/2014/main" id="{96336265-B10C-2748-A7BD-CF0A7C22D8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7796D4B-003D-AF41-B0B5-0BFEBACADE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09675" y="684001"/>
            <a:ext cx="21955938" cy="4962620"/>
          </a:xfrm>
        </p:spPr>
        <p:txBody>
          <a:bodyPr anchor="b">
            <a:noAutofit/>
          </a:bodyPr>
          <a:lstStyle>
            <a:lvl1pPr marL="0" indent="0">
              <a:buNone/>
              <a:defRPr sz="12000"/>
            </a:lvl1pPr>
            <a:lvl5pPr marL="3657417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C11F3BC-3B20-1849-9365-B686355C1B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09675" y="6857999"/>
            <a:ext cx="21956713" cy="4962619"/>
          </a:xfrm>
        </p:spPr>
        <p:txBody>
          <a:bodyPr>
            <a:normAutofit/>
          </a:bodyPr>
          <a:lstStyle>
            <a:lvl1pPr marL="0" indent="0">
              <a:buNone/>
              <a:defRPr sz="7500">
                <a:latin typeface="+mj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421F29-D621-4D60-BD24-37B3512ADE62}"/>
              </a:ext>
            </a:extLst>
          </p:cNvPr>
          <p:cNvSpPr txBox="1"/>
          <p:nvPr userDrawn="1"/>
        </p:nvSpPr>
        <p:spPr>
          <a:xfrm>
            <a:off x="1209675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2834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597">
          <p15:clr>
            <a:srgbClr val="FBAE40"/>
          </p15:clr>
        </p15:guide>
        <p15:guide id="2" pos="7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6242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454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870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635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0067E9A2-3096-7642-8912-B0F8CBD79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277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450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63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1744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915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028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283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6FB01B1-C9FB-3240-B136-6480DF20B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771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6680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25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3680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9839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291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0782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494A42D-0EBE-5D42-9BC8-1C78FE3226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233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5153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FCFB8C-9EB6-4CD0-B1F5-ECFA40EC1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7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tx2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475DD1E-4927-4D1F-96D6-19BC4A0AFD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10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6742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839143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797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6678" y="11450567"/>
            <a:ext cx="4046084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F7519840-3B5C-E044-AF33-EF289A7B3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456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6506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382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36559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4643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526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5394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6025182-1AC7-8249-BE58-2750DF097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213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0067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79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82006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7317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5977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3531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2BD79711-1558-384F-B0C8-6BABB1BF7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4977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0941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799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4999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4372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45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2647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AE9E5235-D215-1549-9B73-B1A73D590B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905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2979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244726"/>
            <a:ext cx="21963063" cy="4775200"/>
          </a:xfrm>
        </p:spPr>
        <p:txBody>
          <a:bodyPr anchor="b" anchorCtr="1">
            <a:normAutofit/>
          </a:bodyPr>
          <a:lstStyle>
            <a:lvl1pPr>
              <a:defRPr sz="15000"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12" name="字幕 2">
            <a:extLst>
              <a:ext uri="{FF2B5EF4-FFF2-40B4-BE49-F238E27FC236}">
                <a16:creationId xmlns:a16="http://schemas.microsoft.com/office/drawing/2014/main" id="{8465413E-E893-DE4A-A2C6-4EC88467D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56"/>
            <a:ext cx="21963063" cy="3311524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endParaRPr kumimoji="1" lang="ja-JP" altLang="en-US" sz="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E609B3A-7660-D945-B2B5-12FE2816A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756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244726"/>
            <a:ext cx="24382412" cy="4775200"/>
          </a:xfrm>
        </p:spPr>
        <p:txBody>
          <a:bodyPr anchor="b">
            <a:normAutofit/>
          </a:bodyPr>
          <a:lstStyle>
            <a:lvl1pPr algn="ctr">
              <a:defRPr sz="9000">
                <a:solidFill>
                  <a:schemeClr val="bg1"/>
                </a:solidFill>
                <a:latin typeface="Haru TP M" panose="020B0600050000000000" pitchFamily="34" charset="-128"/>
                <a:ea typeface="Haru TP M" panose="020B0600050000000000" pitchFamily="34" charset="-128"/>
              </a:defRPr>
            </a:lvl1pPr>
          </a:lstStyle>
          <a:p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AE6F74-2B80-5D4B-A966-53802C6CE9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9" name="字幕 2">
            <a:extLst>
              <a:ext uri="{FF2B5EF4-FFF2-40B4-BE49-F238E27FC236}">
                <a16:creationId xmlns:a16="http://schemas.microsoft.com/office/drawing/2014/main" id="{71970434-6783-A54B-BC05-1212E2B0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675" y="7386934"/>
            <a:ext cx="21963063" cy="3311308"/>
          </a:xfrm>
        </p:spPr>
        <p:txBody>
          <a:bodyPr anchor="t" anchorCtr="1">
            <a:normAutofit/>
          </a:bodyPr>
          <a:lstStyle>
            <a:lvl1pPr marL="0" indent="0">
              <a:buNone/>
              <a:defRPr>
                <a:latin typeface="+mn-ea"/>
                <a:ea typeface="+mn-ea"/>
              </a:defRPr>
            </a:lvl1pPr>
          </a:lstStyle>
          <a:p>
            <a:endParaRPr lang="ja-JP" altLang="en-US" sz="4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86057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">
            <a:extLst>
              <a:ext uri="{FF2B5EF4-FFF2-40B4-BE49-F238E27FC236}">
                <a16:creationId xmlns:a16="http://schemas.microsoft.com/office/drawing/2014/main" id="{4FCD41FD-D407-4648-AF92-D9F38EB7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5731019"/>
            <a:ext cx="21963063" cy="2253962"/>
          </a:xfrm>
        </p:spPr>
        <p:txBody>
          <a:bodyPr anchor="ctr" anchorCtr="1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kumimoji="1" lang="ja-JP" altLang="en-US" sz="150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0FC806-2E0D-4B4C-8913-761AFAAD54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35001" y="12557338"/>
            <a:ext cx="3630612" cy="474662"/>
          </a:xfrm>
        </p:spPr>
        <p:txBody>
          <a:bodyPr anchor="b"/>
          <a:lstStyle>
            <a:lvl1pPr marL="0" indent="0" algn="r">
              <a:buNone/>
              <a:defRPr sz="3000">
                <a:latin typeface="+mj-lt"/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3773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大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0580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（標準・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958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658F513-A30A-1346-B4BC-3A9F05B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434" y="11450567"/>
            <a:ext cx="4136572" cy="723900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3EC25E7D-E1F0-C34E-A142-0614AA333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413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ディング（プレー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4BB2A-43AD-8348-9BFB-C9DA862BF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9675" y="5730875"/>
            <a:ext cx="21963063" cy="22542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29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18D69C22-D09C-4C49-8D1D-97250173694B}" type="datetimeFigureOut">
              <a:rPr kumimoji="1" lang="ja-JP" altLang="en-US" smtClean="0"/>
              <a:pPr/>
              <a:t>2026/5/27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33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4" r:id="rId2"/>
    <p:sldLayoutId id="2147483757" r:id="rId3"/>
    <p:sldLayoutId id="2147483763" r:id="rId4"/>
    <p:sldLayoutId id="2147483853" r:id="rId5"/>
    <p:sldLayoutId id="2147483829" r:id="rId6"/>
    <p:sldLayoutId id="2147483825" r:id="rId7"/>
    <p:sldLayoutId id="2147483826" r:id="rId8"/>
    <p:sldLayoutId id="2147483827" r:id="rId9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75DB7-AF87-4120-8D0B-B2D3EB88CDF5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458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4" r:id="rId2"/>
    <p:sldLayoutId id="2147483777" r:id="rId3"/>
    <p:sldLayoutId id="2147483828" r:id="rId4"/>
    <p:sldLayoutId id="2147483830" r:id="rId5"/>
    <p:sldLayoutId id="2147483788" r:id="rId6"/>
    <p:sldLayoutId id="2147483831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A3271F-4236-4004-831C-943FB7EEC1EF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359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832" r:id="rId4"/>
    <p:sldLayoutId id="2147483833" r:id="rId5"/>
    <p:sldLayoutId id="2147483798" r:id="rId6"/>
    <p:sldLayoutId id="2147483834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E2BDBD-C589-4937-88D2-C327492B341C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480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35" r:id="rId4"/>
    <p:sldLayoutId id="2147483836" r:id="rId5"/>
    <p:sldLayoutId id="2147483813" r:id="rId6"/>
    <p:sldLayoutId id="2147483837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2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883A1C-CA87-4F11-9E55-220CA34D03C2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tx2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tx2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03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38" r:id="rId4"/>
    <p:sldLayoutId id="2147483839" r:id="rId5"/>
    <p:sldLayoutId id="2147483803" r:id="rId6"/>
    <p:sldLayoutId id="2147483840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2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2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694C6D-8806-40BD-AE71-C213416B3E48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60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841" r:id="rId4"/>
    <p:sldLayoutId id="2147483842" r:id="rId5"/>
    <p:sldLayoutId id="2147483793" r:id="rId6"/>
    <p:sldLayoutId id="2147483843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C883A8-86B2-403F-9271-09476D39CAE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85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44" r:id="rId4"/>
    <p:sldLayoutId id="2147483845" r:id="rId5"/>
    <p:sldLayoutId id="2147483808" r:id="rId6"/>
    <p:sldLayoutId id="2147483846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F6D8F91-A323-4FB6-9459-1F6488A37B4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713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47" r:id="rId4"/>
    <p:sldLayoutId id="2147483848" r:id="rId5"/>
    <p:sldLayoutId id="2147483818" r:id="rId6"/>
    <p:sldLayoutId id="2147483849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 dirty="0"/>
              <a:t>レベル
第 </a:t>
            </a:r>
            <a:r>
              <a:rPr lang="en-US" altLang="ja-JP" dirty="0"/>
              <a:t>3 </a:t>
            </a:r>
            <a:r>
              <a:rPr lang="ja-JP" altLang="en-US" dirty="0"/>
              <a:t>レベル
第 </a:t>
            </a:r>
            <a:r>
              <a:rPr lang="en-US" altLang="ja-JP" dirty="0"/>
              <a:t>4 </a:t>
            </a:r>
            <a:r>
              <a:rPr lang="ja-JP" altLang="en-US" dirty="0"/>
              <a:t>レベル
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fld id="{B630EE90-82C7-7841-B0CF-2E0EAA96779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C0E76B-A019-4312-80F2-2D372D6D1CA7}"/>
              </a:ext>
            </a:extLst>
          </p:cNvPr>
          <p:cNvSpPr txBox="1"/>
          <p:nvPr userDrawn="1"/>
        </p:nvSpPr>
        <p:spPr>
          <a:xfrm>
            <a:off x="9065944" y="12727673"/>
            <a:ext cx="62521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500" dirty="0">
                <a:solidFill>
                  <a:schemeClr val="bg1"/>
                </a:solidFill>
                <a:latin typeface="Haru TP R" panose="020B0500040000000000" pitchFamily="34" charset="-128"/>
                <a:ea typeface="Haru TP R" panose="020B0500040000000000" pitchFamily="34" charset="-128"/>
              </a:rPr>
              <a:t>© SAKURA internet Inc.</a:t>
            </a:r>
            <a:endParaRPr lang="ja-JP" altLang="en-US" sz="1500" dirty="0">
              <a:solidFill>
                <a:schemeClr val="bg1"/>
              </a:solidFill>
              <a:latin typeface="Haru TP R" panose="020B0500040000000000" pitchFamily="34" charset="-128"/>
              <a:ea typeface="Haru TP R" panose="020B050004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493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50" r:id="rId4"/>
    <p:sldLayoutId id="2147483851" r:id="rId5"/>
    <p:sldLayoutId id="2147483823" r:id="rId6"/>
    <p:sldLayoutId id="2147483852" r:id="rId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bg1"/>
          </a:solidFill>
          <a:latin typeface="+mj-ea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bg1"/>
          </a:solidFill>
          <a:latin typeface="+mn-ea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F3B9D53-BEEE-F99A-D6BC-A6C4CD965A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 err="1"/>
              <a:t>ImageFlux</a:t>
            </a:r>
            <a:r>
              <a:rPr kumimoji="1" lang="en-US" altLang="ja-JP" dirty="0"/>
              <a:t> Live Streaming</a:t>
            </a:r>
            <a:r>
              <a:rPr lang="ja-JP" altLang="en-US" dirty="0"/>
              <a:t>デモアプリケーション</a:t>
            </a:r>
            <a:endParaRPr kumimoji="1" lang="ja-JP" altLang="en-US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3C2725E-C124-EC3D-64A7-F65CC5AFB8BD}"/>
              </a:ext>
            </a:extLst>
          </p:cNvPr>
          <p:cNvSpPr txBox="1"/>
          <p:nvPr/>
        </p:nvSpPr>
        <p:spPr>
          <a:xfrm>
            <a:off x="1217594" y="2361529"/>
            <a:ext cx="10973612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b="1" dirty="0"/>
              <a:t>動作機序</a:t>
            </a:r>
            <a:endParaRPr kumimoji="1" lang="en-US" altLang="ja-JP" sz="4800" b="1" dirty="0"/>
          </a:p>
          <a:p>
            <a:endParaRPr kumimoji="1" lang="en-US" altLang="ja-JP" sz="2800" dirty="0"/>
          </a:p>
          <a:p>
            <a:r>
              <a:rPr kumimoji="1" lang="ja-JP" altLang="en-US" sz="2400" dirty="0"/>
              <a:t>さくらのウェブアクセラレータおよびオブジェクトストレージでホストした</a:t>
            </a:r>
            <a:r>
              <a:rPr kumimoji="1" lang="en-US" altLang="ja-JP" sz="2400" dirty="0"/>
              <a:t>SPA</a:t>
            </a:r>
            <a:r>
              <a:rPr kumimoji="1" lang="ja-JP" altLang="en-US" sz="2400" dirty="0"/>
              <a:t>から、</a:t>
            </a:r>
            <a:r>
              <a:rPr kumimoji="1" lang="en-US" altLang="ja-JP" sz="2400" dirty="0" err="1"/>
              <a:t>AppRun</a:t>
            </a:r>
            <a:r>
              <a:rPr kumimoji="1" lang="ja-JP" altLang="en-US" sz="2400" dirty="0"/>
              <a:t>共用型経由で</a:t>
            </a:r>
            <a:r>
              <a:rPr kumimoji="1" lang="en-US" altLang="ja-JP" sz="2400" dirty="0" err="1"/>
              <a:t>ImageFlux</a:t>
            </a:r>
            <a:r>
              <a:rPr kumimoji="1" lang="en-US" altLang="ja-JP" sz="2400" dirty="0"/>
              <a:t> Live Streaming</a:t>
            </a:r>
            <a:r>
              <a:rPr kumimoji="1" lang="ja-JP" altLang="en-US" sz="2400" dirty="0"/>
              <a:t>の各種</a:t>
            </a:r>
            <a:r>
              <a:rPr kumimoji="1" lang="en-US" altLang="ja-JP" sz="2400" dirty="0"/>
              <a:t>API</a:t>
            </a:r>
            <a:r>
              <a:rPr kumimoji="1" lang="ja-JP" altLang="en-US" sz="2400" dirty="0"/>
              <a:t>を呼び、チャンネル管理、アーカイブ保存先管理を行う。</a:t>
            </a:r>
            <a:br>
              <a:rPr kumimoji="1" lang="en-US" altLang="ja-JP" sz="2400" dirty="0"/>
            </a:br>
            <a:endParaRPr kumimoji="1" lang="en-US" altLang="ja-JP" sz="2400" dirty="0"/>
          </a:p>
          <a:p>
            <a:r>
              <a:rPr kumimoji="1" lang="ja-JP" altLang="en-US" sz="2400" dirty="0"/>
              <a:t>作成したチャンネルでの簡易的な配信をできるページも搭載する。</a:t>
            </a:r>
            <a:endParaRPr kumimoji="1" lang="en-US" altLang="ja-JP" sz="2400" dirty="0"/>
          </a:p>
          <a:p>
            <a:endParaRPr kumimoji="1" lang="en-US" altLang="ja-JP" sz="3200" dirty="0"/>
          </a:p>
          <a:p>
            <a:r>
              <a:rPr kumimoji="1" lang="ja-JP" altLang="en-US" sz="3200" b="1" dirty="0"/>
              <a:t>シングルページアプリケーション</a:t>
            </a:r>
            <a:endParaRPr kumimoji="1" lang="en-US" altLang="ja-JP" sz="3200" b="1" dirty="0"/>
          </a:p>
          <a:p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Next.js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Sora JavaScript SDK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hls.js</a:t>
            </a:r>
          </a:p>
          <a:p>
            <a:endParaRPr kumimoji="1" lang="en-US" altLang="ja-JP" sz="2400" dirty="0"/>
          </a:p>
          <a:p>
            <a:r>
              <a:rPr kumimoji="1" lang="en-US" altLang="ja-JP" sz="3200" b="1" dirty="0"/>
              <a:t>API</a:t>
            </a:r>
            <a:r>
              <a:rPr kumimoji="1" lang="ja-JP" altLang="en-US" sz="3200" b="1" dirty="0"/>
              <a:t>サーバ</a:t>
            </a:r>
            <a:endParaRPr kumimoji="1" lang="en-US" altLang="ja-JP" sz="3200" b="1" dirty="0"/>
          </a:p>
          <a:p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Go</a:t>
            </a: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F653BCFF-883C-0F3D-9576-480464B72390}"/>
              </a:ext>
            </a:extLst>
          </p:cNvPr>
          <p:cNvGrpSpPr/>
          <p:nvPr/>
        </p:nvGrpSpPr>
        <p:grpSpPr>
          <a:xfrm>
            <a:off x="14023363" y="2937466"/>
            <a:ext cx="7560000" cy="7841067"/>
            <a:chOff x="12191206" y="4371966"/>
            <a:chExt cx="7560000" cy="7841067"/>
          </a:xfrm>
        </p:grpSpPr>
        <p:cxnSp>
          <p:nvCxnSpPr>
            <p:cNvPr id="48" name="直線矢印コネクタ 47">
              <a:extLst>
                <a:ext uri="{FF2B5EF4-FFF2-40B4-BE49-F238E27FC236}">
                  <a16:creationId xmlns:a16="http://schemas.microsoft.com/office/drawing/2014/main" id="{23110E3F-0272-B800-3FB0-CE8134DC6A8D}"/>
                </a:ext>
              </a:extLst>
            </p:cNvPr>
            <p:cNvCxnSpPr>
              <a:cxnSpLocks/>
              <a:stCxn id="46" idx="0"/>
              <a:endCxn id="9" idx="2"/>
            </p:cNvCxnSpPr>
            <p:nvPr/>
          </p:nvCxnSpPr>
          <p:spPr>
            <a:xfrm flipV="1">
              <a:off x="15785581" y="8691966"/>
              <a:ext cx="5625" cy="1434736"/>
            </a:xfrm>
            <a:prstGeom prst="straightConnector1">
              <a:avLst/>
            </a:prstGeom>
            <a:ln w="76200">
              <a:solidFill>
                <a:srgbClr val="7F8087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グラフィックス 22">
              <a:extLst>
                <a:ext uri="{FF2B5EF4-FFF2-40B4-BE49-F238E27FC236}">
                  <a16:creationId xmlns:a16="http://schemas.microsoft.com/office/drawing/2014/main" id="{66F7D680-994F-80EA-2660-AC0D9FAD44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1206" y="5811966"/>
              <a:ext cx="1440000" cy="1440000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C8EBA0E5-D1C8-7D5F-D777-BDC1D6523F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071206" y="4371966"/>
              <a:ext cx="1440000" cy="1440000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6101BC6-E290-B6C6-8B4B-1FE7EC964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71206" y="7251966"/>
              <a:ext cx="1440000" cy="1440000"/>
            </a:xfrm>
            <a:prstGeom prst="rect">
              <a:avLst/>
            </a:prstGeom>
          </p:spPr>
        </p:pic>
        <p:pic>
          <p:nvPicPr>
            <p:cNvPr id="15" name="グラフィックス 14">
              <a:extLst>
                <a:ext uri="{FF2B5EF4-FFF2-40B4-BE49-F238E27FC236}">
                  <a16:creationId xmlns:a16="http://schemas.microsoft.com/office/drawing/2014/main" id="{A1F98E5E-4BA8-EFF5-0B0F-8FBAFEFE02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951206" y="7324952"/>
              <a:ext cx="1440000" cy="1294027"/>
            </a:xfrm>
            <a:prstGeom prst="rect">
              <a:avLst/>
            </a:prstGeom>
          </p:spPr>
        </p:pic>
        <p:pic>
          <p:nvPicPr>
            <p:cNvPr id="17" name="グラフィックス 16">
              <a:extLst>
                <a:ext uri="{FF2B5EF4-FFF2-40B4-BE49-F238E27FC236}">
                  <a16:creationId xmlns:a16="http://schemas.microsoft.com/office/drawing/2014/main" id="{1515A385-56AD-D4BB-2BD4-7453FE1747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951206" y="4371966"/>
              <a:ext cx="1440000" cy="1440000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B343D41-767F-7149-5F1C-B1A58973CC5A}"/>
                </a:ext>
              </a:extLst>
            </p:cNvPr>
            <p:cNvSpPr txBox="1"/>
            <p:nvPr/>
          </p:nvSpPr>
          <p:spPr>
            <a:xfrm>
              <a:off x="14705581" y="5953568"/>
              <a:ext cx="216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さくらのウェブ</a:t>
              </a:r>
              <a:br>
                <a:rPr kumimoji="1" lang="en-US" altLang="ja-JP" dirty="0"/>
              </a:br>
              <a:r>
                <a:rPr kumimoji="1" lang="ja-JP" altLang="en-US" dirty="0"/>
                <a:t>アクセラレータ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C8BEC35-7B9A-E7C7-3770-6CAEE40A9026}"/>
                </a:ext>
              </a:extLst>
            </p:cNvPr>
            <p:cNvSpPr txBox="1"/>
            <p:nvPr/>
          </p:nvSpPr>
          <p:spPr>
            <a:xfrm>
              <a:off x="17591206" y="5953567"/>
              <a:ext cx="216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オブジェクト</a:t>
              </a:r>
              <a:br>
                <a:rPr kumimoji="1" lang="en-US" altLang="ja-JP" dirty="0"/>
              </a:br>
              <a:r>
                <a:rPr kumimoji="1" lang="ja-JP" altLang="en-US" dirty="0"/>
                <a:t>ストレージ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0BB327F-29F2-275F-2820-AB5C12765EE1}"/>
                </a:ext>
              </a:extLst>
            </p:cNvPr>
            <p:cNvSpPr txBox="1"/>
            <p:nvPr/>
          </p:nvSpPr>
          <p:spPr>
            <a:xfrm>
              <a:off x="14705581" y="6876899"/>
              <a:ext cx="21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/>
                <a:t>AppRun</a:t>
              </a:r>
              <a:r>
                <a:rPr kumimoji="1" lang="ja-JP" altLang="en-US" dirty="0"/>
                <a:t>共用型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22478BDA-70BE-1B30-69E4-F5B33F41DDF9}"/>
                </a:ext>
              </a:extLst>
            </p:cNvPr>
            <p:cNvSpPr txBox="1"/>
            <p:nvPr/>
          </p:nvSpPr>
          <p:spPr>
            <a:xfrm>
              <a:off x="17591206" y="8697702"/>
              <a:ext cx="216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/>
                <a:t>ImageFlux</a:t>
              </a:r>
              <a:br>
                <a:rPr kumimoji="1" lang="en-US" altLang="ja-JP" dirty="0"/>
              </a:br>
              <a:r>
                <a:rPr kumimoji="1" lang="en-US" altLang="ja-JP" dirty="0"/>
                <a:t>Live Streaming</a:t>
              </a:r>
              <a:endParaRPr kumimoji="1" lang="ja-JP" altLang="en-US" dirty="0"/>
            </a:p>
          </p:txBody>
        </p: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D1511AFF-534E-50AC-E7F1-5960FCCF2DC1}"/>
                </a:ext>
              </a:extLst>
            </p:cNvPr>
            <p:cNvCxnSpPr>
              <a:endCxn id="17" idx="1"/>
            </p:cNvCxnSpPr>
            <p:nvPr/>
          </p:nvCxnSpPr>
          <p:spPr>
            <a:xfrm>
              <a:off x="16511206" y="5091966"/>
              <a:ext cx="1440000" cy="0"/>
            </a:xfrm>
            <a:prstGeom prst="straightConnector1">
              <a:avLst/>
            </a:prstGeom>
            <a:ln w="76200">
              <a:solidFill>
                <a:srgbClr val="7F808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27EBF9F0-3703-047C-04CB-8AD93AF39BD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16511206" y="7971966"/>
              <a:ext cx="1440000" cy="0"/>
            </a:xfrm>
            <a:prstGeom prst="straightConnector1">
              <a:avLst/>
            </a:prstGeom>
            <a:ln w="76200">
              <a:solidFill>
                <a:srgbClr val="7F8087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コネクタ: カギ線 30">
              <a:extLst>
                <a:ext uri="{FF2B5EF4-FFF2-40B4-BE49-F238E27FC236}">
                  <a16:creationId xmlns:a16="http://schemas.microsoft.com/office/drawing/2014/main" id="{F2B7C0C2-A662-CE01-7739-078D34ADE4A5}"/>
                </a:ext>
              </a:extLst>
            </p:cNvPr>
            <p:cNvCxnSpPr>
              <a:cxnSpLocks/>
              <a:stCxn id="23" idx="3"/>
              <a:endCxn id="5" idx="1"/>
            </p:cNvCxnSpPr>
            <p:nvPr/>
          </p:nvCxnSpPr>
          <p:spPr>
            <a:xfrm flipV="1">
              <a:off x="13631206" y="5091966"/>
              <a:ext cx="1440000" cy="1440000"/>
            </a:xfrm>
            <a:prstGeom prst="bentConnector3">
              <a:avLst>
                <a:gd name="adj1" fmla="val 50000"/>
              </a:avLst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コネクタ: カギ線 32">
              <a:extLst>
                <a:ext uri="{FF2B5EF4-FFF2-40B4-BE49-F238E27FC236}">
                  <a16:creationId xmlns:a16="http://schemas.microsoft.com/office/drawing/2014/main" id="{AA839558-2734-20FB-F826-6FBC746E8E60}"/>
                </a:ext>
              </a:extLst>
            </p:cNvPr>
            <p:cNvCxnSpPr>
              <a:cxnSpLocks/>
              <a:stCxn id="23" idx="3"/>
              <a:endCxn id="9" idx="1"/>
            </p:cNvCxnSpPr>
            <p:nvPr/>
          </p:nvCxnSpPr>
          <p:spPr>
            <a:xfrm>
              <a:off x="13631206" y="6531966"/>
              <a:ext cx="1440000" cy="1440000"/>
            </a:xfrm>
            <a:prstGeom prst="bentConnector3">
              <a:avLst>
                <a:gd name="adj1" fmla="val 50000"/>
              </a:avLst>
            </a:prstGeom>
            <a:ln w="762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図 45">
              <a:extLst>
                <a:ext uri="{FF2B5EF4-FFF2-40B4-BE49-F238E27FC236}">
                  <a16:creationId xmlns:a16="http://schemas.microsoft.com/office/drawing/2014/main" id="{0FE872DC-E8D1-2F34-607A-C2B11F899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065581" y="10126702"/>
              <a:ext cx="1440000" cy="1440000"/>
            </a:xfrm>
            <a:prstGeom prst="rect">
              <a:avLst/>
            </a:prstGeom>
          </p:spPr>
        </p:pic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AA1E5E68-4974-9CFE-A8D8-E6E70C24DADE}"/>
                </a:ext>
              </a:extLst>
            </p:cNvPr>
            <p:cNvSpPr txBox="1"/>
            <p:nvPr/>
          </p:nvSpPr>
          <p:spPr>
            <a:xfrm>
              <a:off x="14705581" y="11566702"/>
              <a:ext cx="216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コンテナ</a:t>
              </a:r>
              <a:br>
                <a:rPr kumimoji="1" lang="en-US" altLang="ja-JP" dirty="0"/>
              </a:br>
              <a:r>
                <a:rPr kumimoji="1" lang="ja-JP" altLang="en-US" dirty="0"/>
                <a:t>レジストリ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347138"/>
      </p:ext>
    </p:extLst>
  </p:cSld>
  <p:clrMapOvr>
    <a:masterClrMapping/>
  </p:clrMapOvr>
</p:sld>
</file>

<file path=ppt/theme/theme1.xml><?xml version="1.0" encoding="utf-8"?>
<a:theme xmlns:a="http://schemas.openxmlformats.org/drawingml/2006/main" name="基本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B303FDB0-1878-4EE4-B59B-F6C3E1E7D1FA}"/>
    </a:ext>
  </a:extLst>
</a:theme>
</file>

<file path=ppt/theme/theme2.xml><?xml version="1.0" encoding="utf-8"?>
<a:theme xmlns:a="http://schemas.openxmlformats.org/drawingml/2006/main" name="セクショニング(SAKURA Pin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3E03A7F-CE58-40DC-BD8C-2E83A42748A8}"/>
    </a:ext>
  </a:extLst>
</a:theme>
</file>

<file path=ppt/theme/theme3.xml><?xml version="1.0" encoding="utf-8"?>
<a:theme xmlns:a="http://schemas.openxmlformats.org/drawingml/2006/main" name="セクショニング(SAKURA Orang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D3E25F5-3C21-431F-8027-130F3AAC90F3}"/>
    </a:ext>
  </a:extLst>
</a:theme>
</file>

<file path=ppt/theme/theme4.xml><?xml version="1.0" encoding="utf-8"?>
<a:theme xmlns:a="http://schemas.openxmlformats.org/drawingml/2006/main" name="セクショニング(SAKURA Blue Light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8295E8FA-2BD7-470E-B45F-4809C34CABB5}"/>
    </a:ext>
  </a:extLst>
</a:theme>
</file>

<file path=ppt/theme/theme5.xml><?xml version="1.0" encoding="utf-8"?>
<a:theme xmlns:a="http://schemas.openxmlformats.org/drawingml/2006/main" name="セクショニング(SAKURA Yellow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FD6CF57-3C64-4BE2-8D17-94EAFBD1A005}"/>
    </a:ext>
  </a:extLst>
</a:theme>
</file>

<file path=ppt/theme/theme6.xml><?xml version="1.0" encoding="utf-8"?>
<a:theme xmlns:a="http://schemas.openxmlformats.org/drawingml/2006/main" name="セクショニング(SAKURA Dark Blue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DA49226F-B767-47F5-AD40-CA3A982FDD7D}"/>
    </a:ext>
  </a:extLst>
</a:theme>
</file>

<file path=ppt/theme/theme7.xml><?xml version="1.0" encoding="utf-8"?>
<a:theme xmlns:a="http://schemas.openxmlformats.org/drawingml/2006/main" name="セクショニング(SAKURA Green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59D96151-4E89-41F0-9F64-A0A41940310E}"/>
    </a:ext>
  </a:extLst>
</a:theme>
</file>

<file path=ppt/theme/theme8.xml><?xml version="1.0" encoding="utf-8"?>
<a:theme xmlns:a="http://schemas.openxmlformats.org/drawingml/2006/main" name="セクショニング(SAKURA Black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E3E8F9E2-EF40-42C2-897E-A09A55258272}"/>
    </a:ext>
  </a:extLst>
</a:theme>
</file>

<file path=ppt/theme/theme9.xml><?xml version="1.0" encoding="utf-8"?>
<a:theme xmlns:a="http://schemas.openxmlformats.org/drawingml/2006/main" name="セクショニング(SAKURA Gray)">
  <a:themeElements>
    <a:clrScheme name="SAKURA Color">
      <a:dk1>
        <a:srgbClr val="404044"/>
      </a:dk1>
      <a:lt1>
        <a:srgbClr val="FFFFFF"/>
      </a:lt1>
      <a:dk2>
        <a:srgbClr val="000000"/>
      </a:dk2>
      <a:lt2>
        <a:srgbClr val="808088"/>
      </a:lt2>
      <a:accent1>
        <a:srgbClr val="FF5577"/>
      </a:accent1>
      <a:accent2>
        <a:srgbClr val="FF8800"/>
      </a:accent2>
      <a:accent3>
        <a:srgbClr val="FFCC00"/>
      </a:accent3>
      <a:accent4>
        <a:srgbClr val="00C8C8"/>
      </a:accent4>
      <a:accent5>
        <a:srgbClr val="7799DD"/>
      </a:accent5>
      <a:accent6>
        <a:srgbClr val="0000AA"/>
      </a:accent6>
      <a:hlink>
        <a:srgbClr val="0000AA"/>
      </a:hlink>
      <a:folHlink>
        <a:srgbClr val="BBCCEE"/>
      </a:folHlink>
    </a:clrScheme>
    <a:fontScheme name="Haru TP">
      <a:majorFont>
        <a:latin typeface="Haru TP B"/>
        <a:ea typeface="Haru TP B"/>
        <a:cs typeface=""/>
      </a:majorFont>
      <a:minorFont>
        <a:latin typeface="Haru TP R"/>
        <a:ea typeface="Haru TP 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_pptx_sketch_template_0601" id="{6A4FCEF0-0408-405E-A883-5D3D0E2EF2E6}" vid="{1FA81F2E-A000-432C-BF2A-52CADB5C7843}"/>
    </a:ext>
  </a:extLst>
</a:theme>
</file>

<file path=ppt/theme/theme10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DesignTemplate_2020(4-3)(16-9)</Template>
  <TotalTime>23</TotalTime>
  <Words>85</Words>
  <Application>Microsoft Office PowerPoint</Application>
  <PresentationFormat>ユーザー設定</PresentationFormat>
  <Paragraphs>21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9</vt:i4>
      </vt:variant>
      <vt:variant>
        <vt:lpstr>スライド タイトル</vt:lpstr>
      </vt:variant>
      <vt:variant>
        <vt:i4>1</vt:i4>
      </vt:variant>
    </vt:vector>
  </HeadingPairs>
  <TitlesOfParts>
    <vt:vector size="15" baseType="lpstr">
      <vt:lpstr>Haru TP B</vt:lpstr>
      <vt:lpstr>Haru TP M</vt:lpstr>
      <vt:lpstr>Haru TP R</vt:lpstr>
      <vt:lpstr>游ゴシック</vt:lpstr>
      <vt:lpstr>Arial</vt:lpstr>
      <vt:lpstr>基本</vt:lpstr>
      <vt:lpstr>セクショニング(SAKURA Pink)</vt:lpstr>
      <vt:lpstr>セクショニング(SAKURA Orange)</vt:lpstr>
      <vt:lpstr>セクショニング(SAKURA Blue Light)</vt:lpstr>
      <vt:lpstr>セクショニング(SAKURA Yellow)</vt:lpstr>
      <vt:lpstr>セクショニング(SAKURA Dark Blue)</vt:lpstr>
      <vt:lpstr>セクショニング(SAKURA Green)</vt:lpstr>
      <vt:lpstr>セクショニング(SAKURA Black)</vt:lpstr>
      <vt:lpstr>セクショニング(SAKURA Gray)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城谷 匠</dc:creator>
  <cp:lastModifiedBy>城谷 匠</cp:lastModifiedBy>
  <cp:revision>1</cp:revision>
  <dcterms:created xsi:type="dcterms:W3CDTF">2026-05-26T11:41:17Z</dcterms:created>
  <dcterms:modified xsi:type="dcterms:W3CDTF">2026-05-27T07:27:05Z</dcterms:modified>
</cp:coreProperties>
</file>