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3.xml" ContentType="application/vnd.openxmlformats-officedocument.theme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4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5.xml" ContentType="application/vnd.openxmlformats-officedocument.theme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theme/theme6.xml" ContentType="application/vnd.openxmlformats-officedocument.theme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theme/theme7.xml" ContentType="application/vnd.openxmlformats-officedocument.theme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theme/theme8.xml" ContentType="application/vnd.openxmlformats-officedocument.theme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theme/theme9.xml" ContentType="application/vnd.openxmlformats-officedocument.theme+xml"/>
  <Override PartName="/ppt/theme/theme10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5" r:id="rId1"/>
    <p:sldMasterId id="2147483766" r:id="rId2"/>
    <p:sldMasterId id="2147483794" r:id="rId3"/>
    <p:sldMasterId id="2147483809" r:id="rId4"/>
    <p:sldMasterId id="2147483799" r:id="rId5"/>
    <p:sldMasterId id="2147483789" r:id="rId6"/>
    <p:sldMasterId id="2147483804" r:id="rId7"/>
    <p:sldMasterId id="2147483814" r:id="rId8"/>
    <p:sldMasterId id="2147483819" r:id="rId9"/>
  </p:sldMasterIdLst>
  <p:notesMasterIdLst>
    <p:notesMasterId r:id="rId12"/>
  </p:notesMasterIdLst>
  <p:sldIdLst>
    <p:sldId id="257" r:id="rId10"/>
    <p:sldId id="256" r:id="rId11"/>
  </p:sldIdLst>
  <p:sldSz cx="24382413" cy="1371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297" userDrawn="1">
          <p15:clr>
            <a:srgbClr val="A4A3A4"/>
          </p15:clr>
        </p15:guide>
        <p15:guide id="2" pos="7680" userDrawn="1">
          <p15:clr>
            <a:srgbClr val="A4A3A4"/>
          </p15:clr>
        </p15:guide>
        <p15:guide id="3" pos="717" userDrawn="1">
          <p15:clr>
            <a:srgbClr val="A4A3A4"/>
          </p15:clr>
        </p15:guide>
        <p15:guide id="4" pos="14597" userDrawn="1">
          <p15:clr>
            <a:srgbClr val="A4A3A4"/>
          </p15:clr>
        </p15:guide>
        <p15:guide id="5" orient="horz" pos="442" userDrawn="1">
          <p15:clr>
            <a:srgbClr val="A4A3A4"/>
          </p15:clr>
        </p15:guide>
        <p15:guide id="6" orient="horz" pos="8244" userDrawn="1">
          <p15:clr>
            <a:srgbClr val="A4A3A4"/>
          </p15:clr>
        </p15:guide>
        <p15:guide id="7" orient="horz" pos="963" userDrawn="1">
          <p15:clr>
            <a:srgbClr val="A4A3A4"/>
          </p15:clr>
        </p15:guide>
        <p15:guide id="8" orient="horz" pos="767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F8087"/>
    <a:srgbClr val="FF8800"/>
    <a:srgbClr val="404044"/>
    <a:srgbClr val="FF5577"/>
    <a:srgbClr val="00C8C8"/>
    <a:srgbClr val="7899DF"/>
    <a:srgbClr val="000000"/>
    <a:srgbClr val="0000A9"/>
    <a:srgbClr val="FFCB02"/>
    <a:srgbClr val="CCCC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40ED1AF-0701-4A81-8C7F-0DDC830A253F}" v="3" dt="2026-05-27T10:20:06.56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9" autoAdjust="0"/>
    <p:restoredTop sz="94898"/>
  </p:normalViewPr>
  <p:slideViewPr>
    <p:cSldViewPr snapToGrid="0" snapToObjects="1">
      <p:cViewPr varScale="1">
        <p:scale>
          <a:sx n="81" d="100"/>
          <a:sy n="81" d="100"/>
        </p:scale>
        <p:origin x="128" y="84"/>
      </p:cViewPr>
      <p:guideLst>
        <p:guide orient="horz" pos="4297"/>
        <p:guide pos="7680"/>
        <p:guide pos="717"/>
        <p:guide pos="14597"/>
        <p:guide orient="horz" pos="442"/>
        <p:guide orient="horz" pos="8244"/>
        <p:guide orient="horz" pos="963"/>
        <p:guide orient="horz" pos="7677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 showGuides="1">
      <p:cViewPr varScale="1">
        <p:scale>
          <a:sx n="109" d="100"/>
          <a:sy n="109" d="100"/>
        </p:scale>
        <p:origin x="4232" y="176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8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Master" Target="slideMasters/slideMaster3.xml"/><Relationship Id="rId7" Type="http://schemas.openxmlformats.org/officeDocument/2006/relationships/slideMaster" Target="slideMasters/slideMaster7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2.xml"/><Relationship Id="rId5" Type="http://schemas.openxmlformats.org/officeDocument/2006/relationships/slideMaster" Target="slideMasters/slideMaster5.xml"/><Relationship Id="rId15" Type="http://schemas.openxmlformats.org/officeDocument/2006/relationships/theme" Target="theme/theme1.xml"/><Relationship Id="rId10" Type="http://schemas.openxmlformats.org/officeDocument/2006/relationships/slide" Target="slides/slide1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城谷 匠" userId="afbae57c-d4ca-4e58-bc9a-6f765e208d89" providerId="ADAL" clId="{FD963559-32B2-43B7-8F97-A1E47AC731FA}"/>
    <pc:docChg chg="custSel addSld modSld sldOrd">
      <pc:chgData name="城谷 匠" userId="afbae57c-d4ca-4e58-bc9a-6f765e208d89" providerId="ADAL" clId="{FD963559-32B2-43B7-8F97-A1E47AC731FA}" dt="2026-05-27T10:20:06.560" v="108" actId="164"/>
      <pc:docMkLst>
        <pc:docMk/>
      </pc:docMkLst>
      <pc:sldChg chg="addSp delSp modSp mod">
        <pc:chgData name="城谷 匠" userId="afbae57c-d4ca-4e58-bc9a-6f765e208d89" providerId="ADAL" clId="{FD963559-32B2-43B7-8F97-A1E47AC731FA}" dt="2026-05-27T10:20:06.560" v="108" actId="164"/>
        <pc:sldMkLst>
          <pc:docMk/>
          <pc:sldMk cId="303347138" sldId="256"/>
        </pc:sldMkLst>
        <pc:spChg chg="mod topLvl">
          <ac:chgData name="城谷 匠" userId="afbae57c-d4ca-4e58-bc9a-6f765e208d89" providerId="ADAL" clId="{FD963559-32B2-43B7-8F97-A1E47AC731FA}" dt="2026-05-27T10:20:06.560" v="108" actId="164"/>
          <ac:spMkLst>
            <pc:docMk/>
            <pc:sldMk cId="303347138" sldId="256"/>
            <ac:spMk id="18" creationId="{8B343D41-767F-7149-5F1C-B1A58973CC5A}"/>
          </ac:spMkLst>
        </pc:spChg>
        <pc:spChg chg="mod topLvl">
          <ac:chgData name="城谷 匠" userId="afbae57c-d4ca-4e58-bc9a-6f765e208d89" providerId="ADAL" clId="{FD963559-32B2-43B7-8F97-A1E47AC731FA}" dt="2026-05-27T10:20:06.560" v="108" actId="164"/>
          <ac:spMkLst>
            <pc:docMk/>
            <pc:sldMk cId="303347138" sldId="256"/>
            <ac:spMk id="19" creationId="{AC8BEC35-7B9A-E7C7-3770-6CAEE40A9026}"/>
          </ac:spMkLst>
        </pc:spChg>
        <pc:spChg chg="mod topLvl">
          <ac:chgData name="城谷 匠" userId="afbae57c-d4ca-4e58-bc9a-6f765e208d89" providerId="ADAL" clId="{FD963559-32B2-43B7-8F97-A1E47AC731FA}" dt="2026-05-27T10:20:06.560" v="108" actId="164"/>
          <ac:spMkLst>
            <pc:docMk/>
            <pc:sldMk cId="303347138" sldId="256"/>
            <ac:spMk id="20" creationId="{20BB327F-29F2-275F-2820-AB5C12765EE1}"/>
          </ac:spMkLst>
        </pc:spChg>
        <pc:spChg chg="mod topLvl">
          <ac:chgData name="城谷 匠" userId="afbae57c-d4ca-4e58-bc9a-6f765e208d89" providerId="ADAL" clId="{FD963559-32B2-43B7-8F97-A1E47AC731FA}" dt="2026-05-27T10:20:06.560" v="108" actId="164"/>
          <ac:spMkLst>
            <pc:docMk/>
            <pc:sldMk cId="303347138" sldId="256"/>
            <ac:spMk id="21" creationId="{22478BDA-70BE-1B30-69E4-F5B33F41DDF9}"/>
          </ac:spMkLst>
        </pc:spChg>
        <pc:spChg chg="mod topLvl">
          <ac:chgData name="城谷 匠" userId="afbae57c-d4ca-4e58-bc9a-6f765e208d89" providerId="ADAL" clId="{FD963559-32B2-43B7-8F97-A1E47AC731FA}" dt="2026-05-27T10:20:06.560" v="108" actId="164"/>
          <ac:spMkLst>
            <pc:docMk/>
            <pc:sldMk cId="303347138" sldId="256"/>
            <ac:spMk id="51" creationId="{AA1E5E68-4974-9CFE-A8D8-E6E70C24DADE}"/>
          </ac:spMkLst>
        </pc:spChg>
        <pc:picChg chg="add mod">
          <ac:chgData name="城谷 匠" userId="afbae57c-d4ca-4e58-bc9a-6f765e208d89" providerId="ADAL" clId="{FD963559-32B2-43B7-8F97-A1E47AC731FA}" dt="2026-05-27T10:19:21.861" v="96" actId="1076"/>
          <ac:picMkLst>
            <pc:docMk/>
            <pc:sldMk cId="303347138" sldId="256"/>
            <ac:picMk id="4" creationId="{9F7FB5C9-646D-24C3-F89C-E0724B2A0E54}"/>
          </ac:picMkLst>
        </pc:picChg>
        <pc:picChg chg="del">
          <ac:chgData name="城谷 匠" userId="afbae57c-d4ca-4e58-bc9a-6f765e208d89" providerId="ADAL" clId="{FD963559-32B2-43B7-8F97-A1E47AC731FA}" dt="2026-05-27T10:19:15.006" v="95" actId="478"/>
          <ac:picMkLst>
            <pc:docMk/>
            <pc:sldMk cId="303347138" sldId="256"/>
            <ac:picMk id="5" creationId="{C8EBA0E5-D1C8-7D5F-D777-BDC1D6523F52}"/>
          </ac:picMkLst>
        </pc:picChg>
        <pc:picChg chg="mod topLvl">
          <ac:chgData name="城谷 匠" userId="afbae57c-d4ca-4e58-bc9a-6f765e208d89" providerId="ADAL" clId="{FD963559-32B2-43B7-8F97-A1E47AC731FA}" dt="2026-05-27T10:20:06.560" v="108" actId="164"/>
          <ac:picMkLst>
            <pc:docMk/>
            <pc:sldMk cId="303347138" sldId="256"/>
            <ac:picMk id="9" creationId="{56101BC6-E290-B6C6-8B4B-1FE7EC964DD1}"/>
          </ac:picMkLst>
        </pc:picChg>
        <pc:picChg chg="add del mod">
          <ac:chgData name="城谷 匠" userId="afbae57c-d4ca-4e58-bc9a-6f765e208d89" providerId="ADAL" clId="{FD963559-32B2-43B7-8F97-A1E47AC731FA}" dt="2026-05-27T10:19:38.367" v="101" actId="478"/>
          <ac:picMkLst>
            <pc:docMk/>
            <pc:sldMk cId="303347138" sldId="256"/>
            <ac:picMk id="10" creationId="{56C69E5C-0073-5490-0E93-1635BCF50770}"/>
          </ac:picMkLst>
        </pc:picChg>
        <pc:picChg chg="add del mod">
          <ac:chgData name="城谷 匠" userId="afbae57c-d4ca-4e58-bc9a-6f765e208d89" providerId="ADAL" clId="{FD963559-32B2-43B7-8F97-A1E47AC731FA}" dt="2026-05-27T10:19:51.591" v="104" actId="478"/>
          <ac:picMkLst>
            <pc:docMk/>
            <pc:sldMk cId="303347138" sldId="256"/>
            <ac:picMk id="12" creationId="{40EE86C3-235E-78C2-3E26-AF2C334434F7}"/>
          </ac:picMkLst>
        </pc:picChg>
        <pc:picChg chg="add del mod">
          <ac:chgData name="城谷 匠" userId="afbae57c-d4ca-4e58-bc9a-6f765e208d89" providerId="ADAL" clId="{FD963559-32B2-43B7-8F97-A1E47AC731FA}" dt="2026-05-27T10:20:01.332" v="107" actId="478"/>
          <ac:picMkLst>
            <pc:docMk/>
            <pc:sldMk cId="303347138" sldId="256"/>
            <ac:picMk id="14" creationId="{E28E20D3-D9DC-4A88-A01D-C4F476923071}"/>
          </ac:picMkLst>
        </pc:picChg>
        <pc:picChg chg="mod topLvl">
          <ac:chgData name="城谷 匠" userId="afbae57c-d4ca-4e58-bc9a-6f765e208d89" providerId="ADAL" clId="{FD963559-32B2-43B7-8F97-A1E47AC731FA}" dt="2026-05-27T10:20:06.560" v="108" actId="164"/>
          <ac:picMkLst>
            <pc:docMk/>
            <pc:sldMk cId="303347138" sldId="256"/>
            <ac:picMk id="15" creationId="{A1F98E5E-4BA8-EFF5-0B0F-8FBAFEFE027D}"/>
          </ac:picMkLst>
        </pc:picChg>
        <pc:picChg chg="mod topLvl">
          <ac:chgData name="城谷 匠" userId="afbae57c-d4ca-4e58-bc9a-6f765e208d89" providerId="ADAL" clId="{FD963559-32B2-43B7-8F97-A1E47AC731FA}" dt="2026-05-27T10:20:06.560" v="108" actId="164"/>
          <ac:picMkLst>
            <pc:docMk/>
            <pc:sldMk cId="303347138" sldId="256"/>
            <ac:picMk id="17" creationId="{1515A385-56AD-D4BB-2BD4-7453FE17478B}"/>
          </ac:picMkLst>
        </pc:picChg>
        <pc:picChg chg="mod topLvl">
          <ac:chgData name="城谷 匠" userId="afbae57c-d4ca-4e58-bc9a-6f765e208d89" providerId="ADAL" clId="{FD963559-32B2-43B7-8F97-A1E47AC731FA}" dt="2026-05-27T10:20:06.560" v="108" actId="164"/>
          <ac:picMkLst>
            <pc:docMk/>
            <pc:sldMk cId="303347138" sldId="256"/>
            <ac:picMk id="23" creationId="{66F7D680-994F-80EA-2660-AC0D9FAD446F}"/>
          </ac:picMkLst>
        </pc:picChg>
        <pc:picChg chg="mod topLvl">
          <ac:chgData name="城谷 匠" userId="afbae57c-d4ca-4e58-bc9a-6f765e208d89" providerId="ADAL" clId="{FD963559-32B2-43B7-8F97-A1E47AC731FA}" dt="2026-05-27T10:20:06.560" v="108" actId="164"/>
          <ac:picMkLst>
            <pc:docMk/>
            <pc:sldMk cId="303347138" sldId="256"/>
            <ac:picMk id="46" creationId="{0FE872DC-E8D1-2F34-607A-C2B11F899FBA}"/>
          </ac:picMkLst>
        </pc:picChg>
        <pc:cxnChg chg="mod">
          <ac:chgData name="城谷 匠" userId="afbae57c-d4ca-4e58-bc9a-6f765e208d89" providerId="ADAL" clId="{FD963559-32B2-43B7-8F97-A1E47AC731FA}" dt="2026-05-27T10:19:23.845" v="97" actId="14100"/>
          <ac:cxnSpMkLst>
            <pc:docMk/>
            <pc:sldMk cId="303347138" sldId="256"/>
            <ac:cxnSpMk id="25" creationId="{D1511AFF-534E-50AC-E7F1-5960FCCF2DC1}"/>
          </ac:cxnSpMkLst>
        </pc:cxnChg>
        <pc:cxnChg chg="mod">
          <ac:chgData name="城谷 匠" userId="afbae57c-d4ca-4e58-bc9a-6f765e208d89" providerId="ADAL" clId="{FD963559-32B2-43B7-8F97-A1E47AC731FA}" dt="2026-05-27T07:26:54.810" v="0"/>
          <ac:cxnSpMkLst>
            <pc:docMk/>
            <pc:sldMk cId="303347138" sldId="256"/>
            <ac:cxnSpMk id="26" creationId="{27EBF9F0-3703-047C-04CB-8AD93AF39BD2}"/>
          </ac:cxnSpMkLst>
        </pc:cxnChg>
        <pc:cxnChg chg="mod">
          <ac:chgData name="城谷 匠" userId="afbae57c-d4ca-4e58-bc9a-6f765e208d89" providerId="ADAL" clId="{FD963559-32B2-43B7-8F97-A1E47AC731FA}" dt="2026-05-27T10:19:25.922" v="98" actId="14100"/>
          <ac:cxnSpMkLst>
            <pc:docMk/>
            <pc:sldMk cId="303347138" sldId="256"/>
            <ac:cxnSpMk id="31" creationId="{F2B7C0C2-A662-CE01-7739-078D34ADE4A5}"/>
          </ac:cxnSpMkLst>
        </pc:cxnChg>
      </pc:sldChg>
      <pc:sldChg chg="modSp new mod ord">
        <pc:chgData name="城谷 匠" userId="afbae57c-d4ca-4e58-bc9a-6f765e208d89" providerId="ADAL" clId="{FD963559-32B2-43B7-8F97-A1E47AC731FA}" dt="2026-05-27T08:33:03.923" v="89"/>
        <pc:sldMkLst>
          <pc:docMk/>
          <pc:sldMk cId="1316732268" sldId="257"/>
        </pc:sldMkLst>
        <pc:spChg chg="mod">
          <ac:chgData name="城谷 匠" userId="afbae57c-d4ca-4e58-bc9a-6f765e208d89" providerId="ADAL" clId="{FD963559-32B2-43B7-8F97-A1E47AC731FA}" dt="2026-05-27T08:32:50.538" v="38" actId="20577"/>
          <ac:spMkLst>
            <pc:docMk/>
            <pc:sldMk cId="1316732268" sldId="257"/>
            <ac:spMk id="2" creationId="{076BCE01-45A0-6F90-0528-1F6EA58649D8}"/>
          </ac:spMkLst>
        </pc:spChg>
        <pc:spChg chg="mod">
          <ac:chgData name="城谷 匠" userId="afbae57c-d4ca-4e58-bc9a-6f765e208d89" providerId="ADAL" clId="{FD963559-32B2-43B7-8F97-A1E47AC731FA}" dt="2026-05-27T08:33:01.039" v="87" actId="20577"/>
          <ac:spMkLst>
            <pc:docMk/>
            <pc:sldMk cId="1316732268" sldId="257"/>
            <ac:spMk id="3" creationId="{3B08370A-5776-E9B7-3675-769D946BEF53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0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A68C42-B005-8F46-81B0-B2663E397375}" type="datetimeFigureOut">
              <a:rPr kumimoji="1" lang="ja-JP" altLang="en-US" smtClean="0"/>
              <a:t>2026/5/27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1B1C85-7D96-A04F-A516-320C399CA49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610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1pPr>
    <a:lvl2pPr marL="914354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2pPr>
    <a:lvl3pPr marL="1828709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3pPr>
    <a:lvl4pPr marL="2743063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4pPr>
    <a:lvl5pPr marL="3657417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5pPr>
    <a:lvl6pPr marL="4571771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6pPr>
    <a:lvl7pPr marL="5486126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7pPr>
    <a:lvl8pPr marL="6400480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8pPr>
    <a:lvl9pPr marL="7314834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5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5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5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6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6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6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7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7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7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8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8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8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9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9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9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標準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tx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B81B0DBB-64DB-49AB-A64F-CD8EDA8CFE9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22919" y="11462517"/>
            <a:ext cx="4136571" cy="723900"/>
          </a:xfrm>
          <a:prstGeom prst="rect">
            <a:avLst/>
          </a:prstGeom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EC7629F-38E2-4BBB-9E40-7AEF8029D47E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2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2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7" name="字幕 2">
            <a:extLst>
              <a:ext uri="{FF2B5EF4-FFF2-40B4-BE49-F238E27FC236}">
                <a16:creationId xmlns:a16="http://schemas.microsoft.com/office/drawing/2014/main" id="{0AA0F90E-F4A4-5743-911E-2FD5F6BA48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r>
              <a:rPr lang="ja-JP" altLang="en-US" sz="4000">
                <a:solidFill>
                  <a:srgbClr val="7E7E86"/>
                </a:solidFill>
                <a:ea typeface="Haru TP R" panose="020B0500040000000000" pitchFamily="34" charset="-128"/>
              </a:rPr>
              <a:t>マスター サブタイトルの書式設定</a:t>
            </a:r>
            <a:endParaRPr lang="ja-JP" altLang="en-US" sz="4000" dirty="0">
              <a:solidFill>
                <a:srgbClr val="7E7E86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453654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プレースホルダー 4">
            <a:extLst>
              <a:ext uri="{FF2B5EF4-FFF2-40B4-BE49-F238E27FC236}">
                <a16:creationId xmlns:a16="http://schemas.microsoft.com/office/drawing/2014/main" id="{7D7754F4-074B-534F-82F6-D92F502495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09675" y="6271134"/>
            <a:ext cx="21963063" cy="5916103"/>
          </a:xfrm>
        </p:spPr>
        <p:txBody>
          <a:bodyPr>
            <a:noAutofit/>
          </a:bodyPr>
          <a:lstStyle>
            <a:lvl1pPr marL="0" indent="0">
              <a:buNone/>
              <a:defRPr>
                <a:solidFill>
                  <a:schemeClr val="tx1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sz="7500" b="1">
                <a:solidFill>
                  <a:srgbClr val="7E7E86"/>
                </a:solidFill>
                <a:ea typeface="Haru TP B" panose="020B0500040000000000" pitchFamily="34" charset="-128"/>
              </a:rPr>
              <a:t>マスター テキストの書式設定</a:t>
            </a: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FBDE8028-7CDB-8140-BA74-AF2C01D7E5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9676" y="1528763"/>
            <a:ext cx="21963062" cy="4049077"/>
          </a:xfrm>
        </p:spPr>
        <p:txBody>
          <a:bodyPr anchor="b" anchorCtr="0">
            <a:normAutofit/>
          </a:bodyPr>
          <a:lstStyle>
            <a:lvl1pPr>
              <a:defRPr sz="120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>
                <a:solidFill>
                  <a:srgbClr val="7E7E86"/>
                </a:solidFill>
                <a:ea typeface="Haru TP R" panose="020B0500040000000000" pitchFamily="34" charset="-128"/>
              </a:rPr>
              <a:t>マスター タイトルの書式設定</a:t>
            </a:r>
            <a:endParaRPr kumimoji="1" lang="ja-JP" altLang="en-US" dirty="0">
              <a:solidFill>
                <a:srgbClr val="7E7E86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3FF499CC-70EC-BC44-A245-FD20CFD291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solidFill>
                  <a:schemeClr val="bg2"/>
                </a:solidFill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8DF13AF-30BD-472C-BC86-6D5A8A4E4526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2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2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08249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（小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プレースホルダー 4">
            <a:extLst>
              <a:ext uri="{FF2B5EF4-FFF2-40B4-BE49-F238E27FC236}">
                <a16:creationId xmlns:a16="http://schemas.microsoft.com/office/drawing/2014/main" id="{8AA560FC-963E-274B-8463-4497BADEB6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09675" y="5029200"/>
            <a:ext cx="21963063" cy="7158038"/>
          </a:xfrm>
        </p:spPr>
        <p:txBody>
          <a:bodyPr anchor="t" anchorCtr="0">
            <a:noAutofit/>
          </a:bodyPr>
          <a:lstStyle>
            <a:lvl1pPr marL="0" indent="0">
              <a:buNone/>
              <a:defRPr b="0">
                <a:solidFill>
                  <a:schemeClr val="tx1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sz="6000" b="1">
                <a:solidFill>
                  <a:srgbClr val="7E7E86"/>
                </a:solidFill>
                <a:ea typeface="Haru TP B" panose="020B0500040000000000" pitchFamily="34" charset="-128"/>
              </a:rPr>
              <a:t>マスター テキストの書式設定</a:t>
            </a:r>
          </a:p>
        </p:txBody>
      </p:sp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041883F2-2986-1440-83C5-8D8FF7B192F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solidFill>
                  <a:schemeClr val="bg2"/>
                </a:solidFill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6" name="タイトル 5">
            <a:extLst>
              <a:ext uri="{FF2B5EF4-FFF2-40B4-BE49-F238E27FC236}">
                <a16:creationId xmlns:a16="http://schemas.microsoft.com/office/drawing/2014/main" id="{3F6BF6B9-6F1F-483B-B7E9-45CC79808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9675" y="1385887"/>
            <a:ext cx="21955938" cy="3095625"/>
          </a:xfrm>
        </p:spPr>
        <p:txBody>
          <a:bodyPr anchor="b" anchorCtr="0"/>
          <a:lstStyle>
            <a:lvl1pPr>
              <a:defRPr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1421F14-6942-47BE-B5D9-E7959C3AA45F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2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2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825453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73" userDrawn="1">
          <p15:clr>
            <a:srgbClr val="FBAE40"/>
          </p15:clr>
        </p15:guide>
        <p15:guide id="2" pos="2327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カラ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AD306F-D01E-484F-A01D-5BE66C3B06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650011" y="2142695"/>
            <a:ext cx="10514806" cy="1528855"/>
          </a:xfrm>
        </p:spPr>
        <p:txBody>
          <a:bodyPr anchor="t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7" name="グラフ プレースホルダー 6">
            <a:extLst>
              <a:ext uri="{FF2B5EF4-FFF2-40B4-BE49-F238E27FC236}">
                <a16:creationId xmlns:a16="http://schemas.microsoft.com/office/drawing/2014/main" id="{21CAC4D3-0CF3-FA43-BCCA-F6ED48EB5147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1216801" y="2160444"/>
            <a:ext cx="10514806" cy="986486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kumimoji="1" lang="ja-JP" altLang="en-US"/>
              <a:t>グラフを追加</a:t>
            </a:r>
            <a:endParaRPr kumimoji="1" lang="ja-JP" altLang="en-US" dirty="0"/>
          </a:p>
        </p:txBody>
      </p:sp>
      <p:sp>
        <p:nvSpPr>
          <p:cNvPr id="13" name="テキスト プレースホルダー 12">
            <a:extLst>
              <a:ext uri="{FF2B5EF4-FFF2-40B4-BE49-F238E27FC236}">
                <a16:creationId xmlns:a16="http://schemas.microsoft.com/office/drawing/2014/main" id="{C09A5033-CFBE-7A43-8BD6-7B114383682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17594" y="730251"/>
            <a:ext cx="10514013" cy="960436"/>
          </a:xfrm>
        </p:spPr>
        <p:txBody>
          <a:bodyPr anchor="t">
            <a:normAutofit/>
          </a:bodyPr>
          <a:lstStyle>
            <a:lvl1pPr marL="0" indent="0">
              <a:buNone/>
              <a:defRPr sz="5000"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15" name="テキスト プレースホルダー 14">
            <a:extLst>
              <a:ext uri="{FF2B5EF4-FFF2-40B4-BE49-F238E27FC236}">
                <a16:creationId xmlns:a16="http://schemas.microsoft.com/office/drawing/2014/main" id="{9CF415C9-4309-FE4D-9061-C60C8F3E23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650011" y="8102600"/>
            <a:ext cx="10514806" cy="3922713"/>
          </a:xfrm>
        </p:spPr>
        <p:txBody>
          <a:bodyPr>
            <a:normAutofit/>
          </a:bodyPr>
          <a:lstStyle>
            <a:lvl1pPr marL="0" indent="0">
              <a:lnSpc>
                <a:spcPct val="125000"/>
              </a:lnSpc>
              <a:buNone/>
              <a:defRPr sz="4000"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16" name="テキスト プレースホルダー 2">
            <a:extLst>
              <a:ext uri="{FF2B5EF4-FFF2-40B4-BE49-F238E27FC236}">
                <a16:creationId xmlns:a16="http://schemas.microsoft.com/office/drawing/2014/main" id="{96336265-B10C-2748-A7BD-CF0A7C22D8B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solidFill>
                  <a:schemeClr val="bg2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B6C4E0AF-BC5E-6049-B88B-28322E6271C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2650788" y="3671888"/>
            <a:ext cx="10514012" cy="4430712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DB15021-1E17-44A2-B719-4C7A06CD822C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2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2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966769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4597" userDrawn="1">
          <p15:clr>
            <a:srgbClr val="FBAE40"/>
          </p15:clr>
        </p15:guide>
        <p15:guide id="2" pos="762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小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テキスト プレースホルダー 12">
            <a:extLst>
              <a:ext uri="{FF2B5EF4-FFF2-40B4-BE49-F238E27FC236}">
                <a16:creationId xmlns:a16="http://schemas.microsoft.com/office/drawing/2014/main" id="{C09A5033-CFBE-7A43-8BD6-7B114383682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17594" y="730251"/>
            <a:ext cx="21948019" cy="960436"/>
          </a:xfrm>
        </p:spPr>
        <p:txBody>
          <a:bodyPr anchor="t">
            <a:normAutofit/>
          </a:bodyPr>
          <a:lstStyle>
            <a:lvl1pPr marL="0" indent="0">
              <a:buNone/>
              <a:defRPr sz="5000"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16" name="テキスト プレースホルダー 2">
            <a:extLst>
              <a:ext uri="{FF2B5EF4-FFF2-40B4-BE49-F238E27FC236}">
                <a16:creationId xmlns:a16="http://schemas.microsoft.com/office/drawing/2014/main" id="{96336265-B10C-2748-A7BD-CF0A7C22D8B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solidFill>
                  <a:schemeClr val="bg2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DB15021-1E17-44A2-B719-4C7A06CD822C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2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2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594884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4597">
          <p15:clr>
            <a:srgbClr val="FBAE40"/>
          </p15:clr>
        </p15:guide>
        <p15:guide id="2" pos="762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背景画像（全面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図プレースホルダー 4">
            <a:extLst>
              <a:ext uri="{FF2B5EF4-FFF2-40B4-BE49-F238E27FC236}">
                <a16:creationId xmlns:a16="http://schemas.microsoft.com/office/drawing/2014/main" id="{82B3F3BA-63FF-6048-BC9B-3C1ED4BBCF5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24382412" cy="13716000"/>
          </a:xfrm>
        </p:spPr>
        <p:txBody>
          <a:bodyPr/>
          <a:lstStyle/>
          <a:p>
            <a:r>
              <a:rPr kumimoji="1" lang="ja-JP" altLang="en-US"/>
              <a:t>アイコンをクリックして図を追加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bg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BD8CB3D-D6A8-394B-B81F-4D8470C51F2B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9AE6F74-2B80-5D4B-A966-53802C6CE9F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9" name="字幕 2">
            <a:extLst>
              <a:ext uri="{FF2B5EF4-FFF2-40B4-BE49-F238E27FC236}">
                <a16:creationId xmlns:a16="http://schemas.microsoft.com/office/drawing/2014/main" id="{71970434-6783-A54B-BC05-1212E2B04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latin typeface="+mn-ea"/>
                <a:ea typeface="+mn-ea"/>
              </a:defRPr>
            </a:lvl1pPr>
          </a:lstStyle>
          <a:p>
            <a:r>
              <a:rPr lang="ja-JP" altLang="en-US" sz="4000">
                <a:solidFill>
                  <a:schemeClr val="bg1"/>
                </a:solidFill>
                <a:ea typeface="Haru TP R" panose="020B0500040000000000" pitchFamily="34" charset="-128"/>
              </a:rPr>
              <a:t>マスター サブタイトルの書式設定</a:t>
            </a:r>
            <a:endParaRPr lang="ja-JP" altLang="en-US" sz="4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10" name="テキスト プレースホルダー 2">
            <a:extLst>
              <a:ext uri="{FF2B5EF4-FFF2-40B4-BE49-F238E27FC236}">
                <a16:creationId xmlns:a16="http://schemas.microsoft.com/office/drawing/2014/main" id="{4B17F8A1-2466-7247-A0F3-C4FA18261D7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16E7010C-EC2B-4045-A2D1-CFE557EF81AB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083434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背景画像（左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>
            <a:extLst>
              <a:ext uri="{FF2B5EF4-FFF2-40B4-BE49-F238E27FC236}">
                <a16:creationId xmlns:a16="http://schemas.microsoft.com/office/drawing/2014/main" id="{1B325582-21CD-0A47-A61F-66C5FFC2B11A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12190413" cy="13716000"/>
          </a:xfrm>
        </p:spPr>
        <p:txBody>
          <a:bodyPr/>
          <a:lstStyle/>
          <a:p>
            <a:r>
              <a:rPr kumimoji="1" lang="ja-JP" altLang="en-US"/>
              <a:t>アイコンをクリックして図を追加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0AD306F-D01E-484F-A01D-5BE66C3B06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650011" y="2142695"/>
            <a:ext cx="10514806" cy="1528855"/>
          </a:xfrm>
        </p:spPr>
        <p:txBody>
          <a:bodyPr anchor="t">
            <a:normAutofit/>
          </a:bodyPr>
          <a:lstStyle>
            <a:lvl1pPr>
              <a:defRPr sz="7500"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15" name="テキスト プレースホルダー 14">
            <a:extLst>
              <a:ext uri="{FF2B5EF4-FFF2-40B4-BE49-F238E27FC236}">
                <a16:creationId xmlns:a16="http://schemas.microsoft.com/office/drawing/2014/main" id="{9CF415C9-4309-FE4D-9061-C60C8F3E23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650011" y="8102600"/>
            <a:ext cx="10514806" cy="3922713"/>
          </a:xfrm>
        </p:spPr>
        <p:txBody>
          <a:bodyPr>
            <a:normAutofit/>
          </a:bodyPr>
          <a:lstStyle>
            <a:lvl1pPr marL="0" indent="0">
              <a:lnSpc>
                <a:spcPct val="125000"/>
              </a:lnSpc>
              <a:buNone/>
              <a:defRPr sz="4000"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16" name="テキスト プレースホルダー 2">
            <a:extLst>
              <a:ext uri="{FF2B5EF4-FFF2-40B4-BE49-F238E27FC236}">
                <a16:creationId xmlns:a16="http://schemas.microsoft.com/office/drawing/2014/main" id="{96336265-B10C-2748-A7BD-CF0A7C22D8B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solidFill>
                  <a:schemeClr val="bg2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B6C4E0AF-BC5E-6049-B88B-28322E6271C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2650788" y="3671888"/>
            <a:ext cx="10514012" cy="4430712"/>
          </a:xfrm>
        </p:spPr>
        <p:txBody>
          <a:bodyPr>
            <a:normAutofit/>
          </a:bodyPr>
          <a:lstStyle>
            <a:lvl1pPr marL="0" indent="0">
              <a:buNone/>
              <a:defRPr sz="6000"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8BDED08-B1A3-42CA-8A01-157959BFE5DD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637711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4597">
          <p15:clr>
            <a:srgbClr val="FBAE40"/>
          </p15:clr>
        </p15:guide>
        <p15:guide id="2" pos="762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背景画像（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>
            <a:extLst>
              <a:ext uri="{FF2B5EF4-FFF2-40B4-BE49-F238E27FC236}">
                <a16:creationId xmlns:a16="http://schemas.microsoft.com/office/drawing/2014/main" id="{1B325582-21CD-0A47-A61F-66C5FFC2B11A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206345" y="0"/>
            <a:ext cx="15177599" cy="13716000"/>
          </a:xfrm>
        </p:spPr>
        <p:txBody>
          <a:bodyPr/>
          <a:lstStyle/>
          <a:p>
            <a:r>
              <a:rPr kumimoji="1" lang="ja-JP" altLang="en-US"/>
              <a:t>アイコンをクリックして図を追加</a:t>
            </a:r>
          </a:p>
        </p:txBody>
      </p:sp>
      <p:sp>
        <p:nvSpPr>
          <p:cNvPr id="16" name="テキスト プレースホルダー 2">
            <a:extLst>
              <a:ext uri="{FF2B5EF4-FFF2-40B4-BE49-F238E27FC236}">
                <a16:creationId xmlns:a16="http://schemas.microsoft.com/office/drawing/2014/main" id="{96336265-B10C-2748-A7BD-CF0A7C22D8B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solidFill>
                  <a:schemeClr val="bg2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D3A5B875-DBDA-E34B-AD4D-5EA97065736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209675" y="4117765"/>
            <a:ext cx="21955938" cy="1528855"/>
          </a:xfrm>
        </p:spPr>
        <p:txBody>
          <a:bodyPr>
            <a:noAutofit/>
          </a:bodyPr>
          <a:lstStyle>
            <a:lvl1pPr marL="0" indent="0">
              <a:buNone/>
              <a:defRPr sz="12000"/>
            </a:lvl1pPr>
            <a:lvl5pPr marL="3657417" indent="0">
              <a:buNone/>
              <a:defRPr/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9" name="テキスト プレースホルダー 8">
            <a:extLst>
              <a:ext uri="{FF2B5EF4-FFF2-40B4-BE49-F238E27FC236}">
                <a16:creationId xmlns:a16="http://schemas.microsoft.com/office/drawing/2014/main" id="{CD06306D-F173-EC42-991E-1131CA0C84A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209675" y="6858000"/>
            <a:ext cx="21956713" cy="5029200"/>
          </a:xfrm>
        </p:spPr>
        <p:txBody>
          <a:bodyPr>
            <a:normAutofit/>
          </a:bodyPr>
          <a:lstStyle>
            <a:lvl1pPr marL="0" indent="0">
              <a:buNone/>
              <a:defRPr sz="7500">
                <a:latin typeface="+mj-lt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AF54601-B2C2-4127-9682-5CDFC162432C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2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2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126206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4597">
          <p15:clr>
            <a:srgbClr val="FBAE40"/>
          </p15:clr>
        </p15:guide>
        <p15:guide id="2" pos="762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背景画像（下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図プレースホルダー 3">
            <a:extLst>
              <a:ext uri="{FF2B5EF4-FFF2-40B4-BE49-F238E27FC236}">
                <a16:creationId xmlns:a16="http://schemas.microsoft.com/office/drawing/2014/main" id="{446C969A-DE70-0744-8D0C-FA1C4F5D5F9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-1531" y="9144000"/>
            <a:ext cx="24383944" cy="4572000"/>
          </a:xfrm>
        </p:spPr>
        <p:txBody>
          <a:bodyPr/>
          <a:lstStyle/>
          <a:p>
            <a:r>
              <a:rPr kumimoji="1" lang="ja-JP" altLang="en-US"/>
              <a:t>アイコンをクリックして図を追加</a:t>
            </a:r>
          </a:p>
        </p:txBody>
      </p:sp>
      <p:sp>
        <p:nvSpPr>
          <p:cNvPr id="16" name="テキスト プレースホルダー 2">
            <a:extLst>
              <a:ext uri="{FF2B5EF4-FFF2-40B4-BE49-F238E27FC236}">
                <a16:creationId xmlns:a16="http://schemas.microsoft.com/office/drawing/2014/main" id="{96336265-B10C-2748-A7BD-CF0A7C22D8B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solidFill>
                  <a:schemeClr val="bg2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F7796D4B-003D-AF41-B0B5-0BFEBACADED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209675" y="684001"/>
            <a:ext cx="21955938" cy="4962620"/>
          </a:xfrm>
        </p:spPr>
        <p:txBody>
          <a:bodyPr anchor="b">
            <a:noAutofit/>
          </a:bodyPr>
          <a:lstStyle>
            <a:lvl1pPr marL="0" indent="0">
              <a:buNone/>
              <a:defRPr sz="12000"/>
            </a:lvl1pPr>
            <a:lvl5pPr marL="3657417" indent="0">
              <a:buNone/>
              <a:defRPr/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9" name="テキスト プレースホルダー 8">
            <a:extLst>
              <a:ext uri="{FF2B5EF4-FFF2-40B4-BE49-F238E27FC236}">
                <a16:creationId xmlns:a16="http://schemas.microsoft.com/office/drawing/2014/main" id="{AC11F3BC-3B20-1849-9365-B686355C1B2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209675" y="6857999"/>
            <a:ext cx="21956713" cy="4962619"/>
          </a:xfrm>
        </p:spPr>
        <p:txBody>
          <a:bodyPr>
            <a:normAutofit/>
          </a:bodyPr>
          <a:lstStyle>
            <a:lvl1pPr marL="0" indent="0">
              <a:buNone/>
              <a:defRPr sz="7500">
                <a:latin typeface="+mj-lt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F421F29-D621-4D60-BD24-37B3512ADE62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528346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4597">
          <p15:clr>
            <a:srgbClr val="FBAE40"/>
          </p15:clr>
        </p15:guide>
        <p15:guide id="2" pos="762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2244726"/>
            <a:ext cx="21963063" cy="4775200"/>
          </a:xfrm>
        </p:spPr>
        <p:txBody>
          <a:bodyPr anchor="b" anchorCtr="1">
            <a:normAutofit/>
          </a:bodyPr>
          <a:lstStyle>
            <a:lvl1pPr>
              <a:defRPr sz="15000"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12" name="字幕 2">
            <a:extLst>
              <a:ext uri="{FF2B5EF4-FFF2-40B4-BE49-F238E27FC236}">
                <a16:creationId xmlns:a16="http://schemas.microsoft.com/office/drawing/2014/main" id="{8465413E-E893-DE4A-A2C6-4EC88467D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56"/>
            <a:ext cx="21963063" cy="3311524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9E609B3A-7660-D945-B2B5-12FE2816A38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9356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bg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endParaRPr lang="en-US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9AE6F74-2B80-5D4B-A966-53802C6CE9F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9" name="字幕 2">
            <a:extLst>
              <a:ext uri="{FF2B5EF4-FFF2-40B4-BE49-F238E27FC236}">
                <a16:creationId xmlns:a16="http://schemas.microsoft.com/office/drawing/2014/main" id="{71970434-6783-A54B-BC05-1212E2B04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latin typeface="+mn-ea"/>
                <a:ea typeface="+mn-ea"/>
              </a:defRPr>
            </a:lvl1pPr>
          </a:lstStyle>
          <a:p>
            <a:endParaRPr lang="ja-JP" altLang="en-US" sz="4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09624260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5731019"/>
            <a:ext cx="21963063" cy="2253962"/>
          </a:xfrm>
        </p:spPr>
        <p:txBody>
          <a:bodyPr anchor="ctr" anchorCtr="1">
            <a:normAutofit/>
          </a:bodyPr>
          <a:lstStyle>
            <a:lvl1pPr>
              <a:defRPr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40FC806-2E0D-4B4C-8913-761AFAAD54B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574541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528706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5363599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9658F513-A30A-1346-B4BC-3A9F05B205E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0067E9A2-3096-7642-8912-B0F8CBD794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72774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（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74502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2244726"/>
            <a:ext cx="21963063" cy="4775200"/>
          </a:xfrm>
        </p:spPr>
        <p:txBody>
          <a:bodyPr anchor="b" anchorCtr="1">
            <a:normAutofit/>
          </a:bodyPr>
          <a:lstStyle>
            <a:lvl1pPr>
              <a:defRPr sz="15000"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12" name="字幕 2">
            <a:extLst>
              <a:ext uri="{FF2B5EF4-FFF2-40B4-BE49-F238E27FC236}">
                <a16:creationId xmlns:a16="http://schemas.microsoft.com/office/drawing/2014/main" id="{8465413E-E893-DE4A-A2C6-4EC88467D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56"/>
            <a:ext cx="21963063" cy="3311524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9E609B3A-7660-D945-B2B5-12FE2816A38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706352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bg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endParaRPr lang="en-US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9AE6F74-2B80-5D4B-A966-53802C6CE9F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9" name="字幕 2">
            <a:extLst>
              <a:ext uri="{FF2B5EF4-FFF2-40B4-BE49-F238E27FC236}">
                <a16:creationId xmlns:a16="http://schemas.microsoft.com/office/drawing/2014/main" id="{71970434-6783-A54B-BC05-1212E2B04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latin typeface="+mn-ea"/>
                <a:ea typeface="+mn-ea"/>
              </a:defRPr>
            </a:lvl1pPr>
          </a:lstStyle>
          <a:p>
            <a:endParaRPr lang="ja-JP" altLang="en-US" sz="4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7174446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5731019"/>
            <a:ext cx="21963063" cy="2253962"/>
          </a:xfrm>
        </p:spPr>
        <p:txBody>
          <a:bodyPr anchor="ctr" anchorCtr="1">
            <a:normAutofit/>
          </a:bodyPr>
          <a:lstStyle>
            <a:lvl1pPr>
              <a:defRPr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40FC806-2E0D-4B4C-8913-761AFAAD54B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6691545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5002874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652833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9658F513-A30A-1346-B4BC-3A9F05B205E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B6FB01B1-C9FB-3240-B136-6480DF20B6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277141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（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668043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2244726"/>
            <a:ext cx="21963063" cy="4775200"/>
          </a:xfrm>
        </p:spPr>
        <p:txBody>
          <a:bodyPr anchor="b" anchorCtr="1">
            <a:normAutofit/>
          </a:bodyPr>
          <a:lstStyle>
            <a:lvl1pPr>
              <a:defRPr sz="15000"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12" name="字幕 2">
            <a:extLst>
              <a:ext uri="{FF2B5EF4-FFF2-40B4-BE49-F238E27FC236}">
                <a16:creationId xmlns:a16="http://schemas.microsoft.com/office/drawing/2014/main" id="{8465413E-E893-DE4A-A2C6-4EC88467D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56"/>
            <a:ext cx="21963063" cy="3311524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9E609B3A-7660-D945-B2B5-12FE2816A38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272509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bg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endParaRPr lang="en-US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9AE6F74-2B80-5D4B-A966-53802C6CE9F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9" name="字幕 2">
            <a:extLst>
              <a:ext uri="{FF2B5EF4-FFF2-40B4-BE49-F238E27FC236}">
                <a16:creationId xmlns:a16="http://schemas.microsoft.com/office/drawing/2014/main" id="{71970434-6783-A54B-BC05-1212E2B04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latin typeface="+mn-ea"/>
                <a:ea typeface="+mn-ea"/>
              </a:defRPr>
            </a:lvl1pPr>
          </a:lstStyle>
          <a:p>
            <a:endParaRPr lang="ja-JP" altLang="en-US" sz="4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24368078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5731019"/>
            <a:ext cx="21963063" cy="2253962"/>
          </a:xfrm>
        </p:spPr>
        <p:txBody>
          <a:bodyPr anchor="ctr" anchorCtr="1">
            <a:normAutofit/>
          </a:bodyPr>
          <a:lstStyle>
            <a:lvl1pPr>
              <a:defRPr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40FC806-2E0D-4B4C-8913-761AFAAD54B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498392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2129124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078297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9658F513-A30A-1346-B4BC-3A9F05B205E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B494A42D-0EBE-5D42-9BC8-1C78FE32267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4423364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（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351537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2244726"/>
            <a:ext cx="21963063" cy="4775200"/>
          </a:xfrm>
        </p:spPr>
        <p:txBody>
          <a:bodyPr anchor="b" anchorCtr="1">
            <a:normAutofit/>
          </a:bodyPr>
          <a:lstStyle>
            <a:lvl1pPr>
              <a:defRPr sz="15000"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12" name="字幕 2">
            <a:extLst>
              <a:ext uri="{FF2B5EF4-FFF2-40B4-BE49-F238E27FC236}">
                <a16:creationId xmlns:a16="http://schemas.microsoft.com/office/drawing/2014/main" id="{8465413E-E893-DE4A-A2C6-4EC88467D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56"/>
            <a:ext cx="21963063" cy="3311524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9AFCFB8C-9EB6-4CD0-B1F5-ECFA40EC116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06678" y="11450567"/>
            <a:ext cx="4046084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2788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tx2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endParaRPr lang="en-US" dirty="0"/>
          </a:p>
        </p:txBody>
      </p:sp>
      <p:sp>
        <p:nvSpPr>
          <p:cNvPr id="9" name="字幕 2">
            <a:extLst>
              <a:ext uri="{FF2B5EF4-FFF2-40B4-BE49-F238E27FC236}">
                <a16:creationId xmlns:a16="http://schemas.microsoft.com/office/drawing/2014/main" id="{71970434-6783-A54B-BC05-1212E2B04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endParaRPr lang="ja-JP" altLang="en-US" sz="4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5475DD1E-4927-4D1F-96D6-19BC4A0AFD4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06678" y="11450567"/>
            <a:ext cx="4046084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801057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5731019"/>
            <a:ext cx="21963063" cy="2253962"/>
          </a:xfrm>
        </p:spPr>
        <p:txBody>
          <a:bodyPr anchor="ctr" anchorCtr="1">
            <a:normAutofit/>
          </a:bodyPr>
          <a:lstStyle>
            <a:lvl1pPr>
              <a:defRPr>
                <a:solidFill>
                  <a:schemeClr val="tx2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40FC806-2E0D-4B4C-8913-761AFAAD54B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4674225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0">
                <a:solidFill>
                  <a:schemeClr val="tx2"/>
                </a:solidFill>
              </a:defRPr>
            </a:lvl1pPr>
          </a:lstStyle>
          <a:p>
            <a:pPr lvl="0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18391430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>
                <a:solidFill>
                  <a:schemeClr val="tx2"/>
                </a:solidFill>
              </a:defRPr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879795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9658F513-A30A-1346-B4BC-3A9F05B205E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06678" y="11450567"/>
            <a:ext cx="4046084" cy="723900"/>
          </a:xfrm>
          <a:prstGeom prst="rect">
            <a:avLst/>
          </a:prstGeom>
        </p:spPr>
      </p:pic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F7519840-3B5C-E044-AF33-EF289A7B37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>
                <a:solidFill>
                  <a:schemeClr val="tx2"/>
                </a:solidFill>
              </a:defRPr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845604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（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>
                <a:solidFill>
                  <a:schemeClr val="tx2"/>
                </a:solidFill>
              </a:defRPr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0865068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2244726"/>
            <a:ext cx="21963063" cy="4775200"/>
          </a:xfrm>
        </p:spPr>
        <p:txBody>
          <a:bodyPr anchor="b" anchorCtr="1">
            <a:normAutofit/>
          </a:bodyPr>
          <a:lstStyle>
            <a:lvl1pPr>
              <a:defRPr sz="15000"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12" name="字幕 2">
            <a:extLst>
              <a:ext uri="{FF2B5EF4-FFF2-40B4-BE49-F238E27FC236}">
                <a16:creationId xmlns:a16="http://schemas.microsoft.com/office/drawing/2014/main" id="{8465413E-E893-DE4A-A2C6-4EC88467D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56"/>
            <a:ext cx="21963063" cy="3311524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9E609B3A-7660-D945-B2B5-12FE2816A38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123825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bg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endParaRPr lang="en-US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9AE6F74-2B80-5D4B-A966-53802C6CE9F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9" name="字幕 2">
            <a:extLst>
              <a:ext uri="{FF2B5EF4-FFF2-40B4-BE49-F238E27FC236}">
                <a16:creationId xmlns:a16="http://schemas.microsoft.com/office/drawing/2014/main" id="{71970434-6783-A54B-BC05-1212E2B04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latin typeface="+mn-ea"/>
                <a:ea typeface="+mn-ea"/>
              </a:defRPr>
            </a:lvl1pPr>
          </a:lstStyle>
          <a:p>
            <a:endParaRPr lang="ja-JP" altLang="en-US" sz="4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23655976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5731019"/>
            <a:ext cx="21963063" cy="2253962"/>
          </a:xfrm>
        </p:spPr>
        <p:txBody>
          <a:bodyPr anchor="ctr" anchorCtr="1">
            <a:normAutofit/>
          </a:bodyPr>
          <a:lstStyle>
            <a:lvl1pPr>
              <a:defRPr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40FC806-2E0D-4B4C-8913-761AFAAD54B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9546434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352690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253940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9658F513-A30A-1346-B4BC-3A9F05B205E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26025182-1AC7-8249-BE58-2750DF0971B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1721356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（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200671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2244726"/>
            <a:ext cx="21963063" cy="4775200"/>
          </a:xfrm>
        </p:spPr>
        <p:txBody>
          <a:bodyPr anchor="b" anchorCtr="1">
            <a:normAutofit/>
          </a:bodyPr>
          <a:lstStyle>
            <a:lvl1pPr>
              <a:defRPr sz="15000"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12" name="字幕 2">
            <a:extLst>
              <a:ext uri="{FF2B5EF4-FFF2-40B4-BE49-F238E27FC236}">
                <a16:creationId xmlns:a16="http://schemas.microsoft.com/office/drawing/2014/main" id="{8465413E-E893-DE4A-A2C6-4EC88467D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56"/>
            <a:ext cx="21963063" cy="3311524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9E609B3A-7660-D945-B2B5-12FE2816A38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4179403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bg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endParaRPr lang="en-US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9AE6F74-2B80-5D4B-A966-53802C6CE9F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9" name="字幕 2">
            <a:extLst>
              <a:ext uri="{FF2B5EF4-FFF2-40B4-BE49-F238E27FC236}">
                <a16:creationId xmlns:a16="http://schemas.microsoft.com/office/drawing/2014/main" id="{71970434-6783-A54B-BC05-1212E2B04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latin typeface="+mn-ea"/>
                <a:ea typeface="+mn-ea"/>
              </a:defRPr>
            </a:lvl1pPr>
          </a:lstStyle>
          <a:p>
            <a:endParaRPr lang="ja-JP" altLang="en-US" sz="4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6820063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5731019"/>
            <a:ext cx="21963063" cy="2253962"/>
          </a:xfrm>
        </p:spPr>
        <p:txBody>
          <a:bodyPr anchor="ctr" anchorCtr="1">
            <a:normAutofit/>
          </a:bodyPr>
          <a:lstStyle>
            <a:lvl1pPr>
              <a:defRPr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40FC806-2E0D-4B4C-8913-761AFAAD54B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873170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0059775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6435319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9658F513-A30A-1346-B4BC-3A9F05B205E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2BD79711-1558-384F-B0C8-6BABB1BF72B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749770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（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509415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2244726"/>
            <a:ext cx="21963063" cy="4775200"/>
          </a:xfrm>
        </p:spPr>
        <p:txBody>
          <a:bodyPr anchor="b" anchorCtr="1">
            <a:normAutofit/>
          </a:bodyPr>
          <a:lstStyle>
            <a:lvl1pPr>
              <a:defRPr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12" name="字幕 2">
            <a:extLst>
              <a:ext uri="{FF2B5EF4-FFF2-40B4-BE49-F238E27FC236}">
                <a16:creationId xmlns:a16="http://schemas.microsoft.com/office/drawing/2014/main" id="{8465413E-E893-DE4A-A2C6-4EC88467D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56"/>
            <a:ext cx="21963063" cy="3311524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9E609B3A-7660-D945-B2B5-12FE2816A38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777992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bg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endParaRPr lang="en-US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9AE6F74-2B80-5D4B-A966-53802C6CE9F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9" name="字幕 2">
            <a:extLst>
              <a:ext uri="{FF2B5EF4-FFF2-40B4-BE49-F238E27FC236}">
                <a16:creationId xmlns:a16="http://schemas.microsoft.com/office/drawing/2014/main" id="{71970434-6783-A54B-BC05-1212E2B04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latin typeface="+mn-ea"/>
                <a:ea typeface="+mn-ea"/>
              </a:defRPr>
            </a:lvl1pPr>
          </a:lstStyle>
          <a:p>
            <a:endParaRPr lang="ja-JP" altLang="en-US" sz="4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3499917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5731019"/>
            <a:ext cx="21963063" cy="2253962"/>
          </a:xfrm>
        </p:spPr>
        <p:txBody>
          <a:bodyPr anchor="ctr" anchorCtr="1">
            <a:normAutofit/>
          </a:bodyPr>
          <a:lstStyle>
            <a:lvl1pPr>
              <a:defRPr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40FC806-2E0D-4B4C-8913-761AFAAD54B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6437289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714452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18264743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9658F513-A30A-1346-B4BC-3A9F05B205E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AE9E5235-D215-1549-9B73-B1A73D590BC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5990555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（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0297994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2244726"/>
            <a:ext cx="21963063" cy="4775200"/>
          </a:xfrm>
        </p:spPr>
        <p:txBody>
          <a:bodyPr anchor="b" anchorCtr="1">
            <a:normAutofit/>
          </a:bodyPr>
          <a:lstStyle>
            <a:lvl1pPr>
              <a:defRPr sz="15000"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12" name="字幕 2">
            <a:extLst>
              <a:ext uri="{FF2B5EF4-FFF2-40B4-BE49-F238E27FC236}">
                <a16:creationId xmlns:a16="http://schemas.microsoft.com/office/drawing/2014/main" id="{8465413E-E893-DE4A-A2C6-4EC88467D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56"/>
            <a:ext cx="21963063" cy="3311524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9E609B3A-7660-D945-B2B5-12FE2816A38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007562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bg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endParaRPr lang="en-US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9AE6F74-2B80-5D4B-A966-53802C6CE9F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9" name="字幕 2">
            <a:extLst>
              <a:ext uri="{FF2B5EF4-FFF2-40B4-BE49-F238E27FC236}">
                <a16:creationId xmlns:a16="http://schemas.microsoft.com/office/drawing/2014/main" id="{71970434-6783-A54B-BC05-1212E2B04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latin typeface="+mn-ea"/>
                <a:ea typeface="+mn-ea"/>
              </a:defRPr>
            </a:lvl1pPr>
          </a:lstStyle>
          <a:p>
            <a:endParaRPr lang="ja-JP" altLang="en-US" sz="4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71860573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5731019"/>
            <a:ext cx="21963063" cy="2253962"/>
          </a:xfrm>
        </p:spPr>
        <p:txBody>
          <a:bodyPr anchor="ctr" anchorCtr="1">
            <a:normAutofit/>
          </a:bodyPr>
          <a:lstStyle>
            <a:lvl1pPr>
              <a:defRPr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40FC806-2E0D-4B4C-8913-761AFAAD54B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0377363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1058082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30395830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9658F513-A30A-1346-B4BC-3A9F05B205E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3EC25E7D-E1F0-C34E-A142-0614AA333C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0141343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（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2297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3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theme" Target="../theme/theme3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5" Type="http://schemas.openxmlformats.org/officeDocument/2006/relationships/slideLayout" Target="../slideLayouts/slideLayout21.xml"/><Relationship Id="rId4" Type="http://schemas.openxmlformats.org/officeDocument/2006/relationships/slideLayout" Target="../slideLayouts/slideLayout20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theme" Target="../theme/theme4.xml"/><Relationship Id="rId3" Type="http://schemas.openxmlformats.org/officeDocument/2006/relationships/slideLayout" Target="../slideLayouts/slideLayout26.xml"/><Relationship Id="rId7" Type="http://schemas.openxmlformats.org/officeDocument/2006/relationships/slideLayout" Target="../slideLayouts/slideLayout30.xml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7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theme" Target="../theme/theme5.xml"/><Relationship Id="rId3" Type="http://schemas.openxmlformats.org/officeDocument/2006/relationships/slideLayout" Target="../slideLayouts/slideLayout33.xml"/><Relationship Id="rId7" Type="http://schemas.openxmlformats.org/officeDocument/2006/relationships/slideLayout" Target="../slideLayouts/slideLayout37.xml"/><Relationship Id="rId2" Type="http://schemas.openxmlformats.org/officeDocument/2006/relationships/slideLayout" Target="../slideLayouts/slideLayout32.xml"/><Relationship Id="rId1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5.xml"/><Relationship Id="rId4" Type="http://schemas.openxmlformats.org/officeDocument/2006/relationships/slideLayout" Target="../slideLayouts/slideLayout34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theme" Target="../theme/theme6.xml"/><Relationship Id="rId3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4.xml"/><Relationship Id="rId2" Type="http://schemas.openxmlformats.org/officeDocument/2006/relationships/slideLayout" Target="../slideLayouts/slideLayout39.xml"/><Relationship Id="rId1" Type="http://schemas.openxmlformats.org/officeDocument/2006/relationships/slideLayout" Target="../slideLayouts/slideLayout38.xml"/><Relationship Id="rId6" Type="http://schemas.openxmlformats.org/officeDocument/2006/relationships/slideLayout" Target="../slideLayouts/slideLayout43.xml"/><Relationship Id="rId5" Type="http://schemas.openxmlformats.org/officeDocument/2006/relationships/slideLayout" Target="../slideLayouts/slideLayout42.xml"/><Relationship Id="rId4" Type="http://schemas.openxmlformats.org/officeDocument/2006/relationships/slideLayout" Target="../slideLayouts/slideLayout41.xml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theme" Target="../theme/theme7.xml"/><Relationship Id="rId3" Type="http://schemas.openxmlformats.org/officeDocument/2006/relationships/slideLayout" Target="../slideLayouts/slideLayout47.xml"/><Relationship Id="rId7" Type="http://schemas.openxmlformats.org/officeDocument/2006/relationships/slideLayout" Target="../slideLayouts/slideLayout51.xml"/><Relationship Id="rId2" Type="http://schemas.openxmlformats.org/officeDocument/2006/relationships/slideLayout" Target="../slideLayouts/slideLayout46.xml"/><Relationship Id="rId1" Type="http://schemas.openxmlformats.org/officeDocument/2006/relationships/slideLayout" Target="../slideLayouts/slideLayout45.xml"/><Relationship Id="rId6" Type="http://schemas.openxmlformats.org/officeDocument/2006/relationships/slideLayout" Target="../slideLayouts/slideLayout50.xml"/><Relationship Id="rId5" Type="http://schemas.openxmlformats.org/officeDocument/2006/relationships/slideLayout" Target="../slideLayouts/slideLayout49.xml"/><Relationship Id="rId4" Type="http://schemas.openxmlformats.org/officeDocument/2006/relationships/slideLayout" Target="../slideLayouts/slideLayout48.xml"/></Relationships>
</file>

<file path=ppt/slideMasters/_rels/slideMaster8.xml.rels><?xml version="1.0" encoding="UTF-8" standalone="yes"?>
<Relationships xmlns="http://schemas.openxmlformats.org/package/2006/relationships"><Relationship Id="rId8" Type="http://schemas.openxmlformats.org/officeDocument/2006/relationships/theme" Target="../theme/theme8.xml"/><Relationship Id="rId3" Type="http://schemas.openxmlformats.org/officeDocument/2006/relationships/slideLayout" Target="../slideLayouts/slideLayout54.xml"/><Relationship Id="rId7" Type="http://schemas.openxmlformats.org/officeDocument/2006/relationships/slideLayout" Target="../slideLayouts/slideLayout58.xml"/><Relationship Id="rId2" Type="http://schemas.openxmlformats.org/officeDocument/2006/relationships/slideLayout" Target="../slideLayouts/slideLayout53.xml"/><Relationship Id="rId1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7.xml"/><Relationship Id="rId5" Type="http://schemas.openxmlformats.org/officeDocument/2006/relationships/slideLayout" Target="../slideLayouts/slideLayout56.xml"/><Relationship Id="rId4" Type="http://schemas.openxmlformats.org/officeDocument/2006/relationships/slideLayout" Target="../slideLayouts/slideLayout55.xml"/></Relationships>
</file>

<file path=ppt/slideMasters/_rels/slideMaster9.xml.rels><?xml version="1.0" encoding="UTF-8" standalone="yes"?>
<Relationships xmlns="http://schemas.openxmlformats.org/package/2006/relationships"><Relationship Id="rId8" Type="http://schemas.openxmlformats.org/officeDocument/2006/relationships/theme" Target="../theme/theme9.xml"/><Relationship Id="rId3" Type="http://schemas.openxmlformats.org/officeDocument/2006/relationships/slideLayout" Target="../slideLayouts/slideLayout61.xml"/><Relationship Id="rId7" Type="http://schemas.openxmlformats.org/officeDocument/2006/relationships/slideLayout" Target="../slideLayouts/slideLayout65.xml"/><Relationship Id="rId2" Type="http://schemas.openxmlformats.org/officeDocument/2006/relationships/slideLayout" Target="../slideLayouts/slideLayout60.xml"/><Relationship Id="rId1" Type="http://schemas.openxmlformats.org/officeDocument/2006/relationships/slideLayout" Target="../slideLayouts/slideLayout59.xml"/><Relationship Id="rId6" Type="http://schemas.openxmlformats.org/officeDocument/2006/relationships/slideLayout" Target="../slideLayouts/slideLayout64.xml"/><Relationship Id="rId5" Type="http://schemas.openxmlformats.org/officeDocument/2006/relationships/slideLayout" Target="../slideLayouts/slideLayout63.xml"/><Relationship Id="rId4" Type="http://schemas.openxmlformats.org/officeDocument/2006/relationships/slideLayout" Target="../slideLayouts/slideLayout6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76291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>
                <a:solidFill>
                  <a:schemeClr val="bg2"/>
                </a:solidFill>
              </a:defRPr>
            </a:lvl1pPr>
          </a:lstStyle>
          <a:p>
            <a:fld id="{18D69C22-D09C-4C49-8D1D-97250173694B}" type="datetimeFigureOut">
              <a:rPr kumimoji="1" lang="ja-JP" altLang="en-US" smtClean="0"/>
              <a:pPr/>
              <a:t>2026/5/27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076675" y="12712701"/>
            <a:ext cx="8229064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>
                <a:solidFill>
                  <a:schemeClr val="bg2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bg2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63399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3" r:id="rId1"/>
    <p:sldLayoutId id="2147483754" r:id="rId2"/>
    <p:sldLayoutId id="2147483757" r:id="rId3"/>
    <p:sldLayoutId id="2147483763" r:id="rId4"/>
    <p:sldLayoutId id="2147483853" r:id="rId5"/>
    <p:sldLayoutId id="2147483829" r:id="rId6"/>
    <p:sldLayoutId id="2147483825" r:id="rId7"/>
    <p:sldLayoutId id="2147483826" r:id="rId8"/>
    <p:sldLayoutId id="2147483827" r:id="rId9"/>
  </p:sldLayoutIdLst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tx1"/>
          </a:solidFill>
          <a:latin typeface="+mn-ea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bg1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DB75DB7-AF87-4120-8D0B-B2D3EB88CDF5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945890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8" r:id="rId1"/>
    <p:sldLayoutId id="2147483774" r:id="rId2"/>
    <p:sldLayoutId id="2147483777" r:id="rId3"/>
    <p:sldLayoutId id="2147483828" r:id="rId4"/>
    <p:sldLayoutId id="2147483830" r:id="rId5"/>
    <p:sldLayoutId id="2147483788" r:id="rId6"/>
    <p:sldLayoutId id="2147483831" r:id="rId7"/>
  </p:sldLayoutIdLst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bg1"/>
          </a:solidFill>
          <a:latin typeface="+mj-ea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bg1"/>
          </a:solidFill>
          <a:latin typeface="+mn-ea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bg1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BA3271F-4236-4004-831C-943FB7EEC1EF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13593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5" r:id="rId1"/>
    <p:sldLayoutId id="2147483796" r:id="rId2"/>
    <p:sldLayoutId id="2147483797" r:id="rId3"/>
    <p:sldLayoutId id="2147483832" r:id="rId4"/>
    <p:sldLayoutId id="2147483833" r:id="rId5"/>
    <p:sldLayoutId id="2147483798" r:id="rId6"/>
    <p:sldLayoutId id="2147483834" r:id="rId7"/>
  </p:sldLayoutIdLst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bg1"/>
          </a:solidFill>
          <a:latin typeface="+mj-ea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bg1"/>
          </a:solidFill>
          <a:latin typeface="+mn-ea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bg1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AE2BDBD-C589-4937-88D2-C327492B341C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64806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0" r:id="rId1"/>
    <p:sldLayoutId id="2147483811" r:id="rId2"/>
    <p:sldLayoutId id="2147483812" r:id="rId3"/>
    <p:sldLayoutId id="2147483835" r:id="rId4"/>
    <p:sldLayoutId id="2147483836" r:id="rId5"/>
    <p:sldLayoutId id="2147483813" r:id="rId6"/>
    <p:sldLayoutId id="2147483837" r:id="rId7"/>
  </p:sldLayoutIdLst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bg1"/>
          </a:solidFill>
          <a:latin typeface="+mj-ea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bg1"/>
          </a:solidFill>
          <a:latin typeface="+mn-ea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tx2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8883A1C-CA87-4F11-9E55-220CA34D03C2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tx2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tx2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92038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0" r:id="rId1"/>
    <p:sldLayoutId id="2147483801" r:id="rId2"/>
    <p:sldLayoutId id="2147483802" r:id="rId3"/>
    <p:sldLayoutId id="2147483838" r:id="rId4"/>
    <p:sldLayoutId id="2147483839" r:id="rId5"/>
    <p:sldLayoutId id="2147483803" r:id="rId6"/>
    <p:sldLayoutId id="2147483840" r:id="rId7"/>
  </p:sldLayoutIdLst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tx2"/>
          </a:solidFill>
          <a:latin typeface="+mj-ea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tx2"/>
          </a:solidFill>
          <a:latin typeface="+mn-ea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bg1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D694C6D-8806-40BD-AE71-C213416B3E48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8601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0" r:id="rId1"/>
    <p:sldLayoutId id="2147483791" r:id="rId2"/>
    <p:sldLayoutId id="2147483792" r:id="rId3"/>
    <p:sldLayoutId id="2147483841" r:id="rId4"/>
    <p:sldLayoutId id="2147483842" r:id="rId5"/>
    <p:sldLayoutId id="2147483793" r:id="rId6"/>
    <p:sldLayoutId id="2147483843" r:id="rId7"/>
  </p:sldLayoutIdLst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bg1"/>
          </a:solidFill>
          <a:latin typeface="+mj-ea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bg1"/>
          </a:solidFill>
          <a:latin typeface="+mn-ea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bg1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7C883A8-86B2-403F-9271-09476D39CAE7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2378566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44" r:id="rId4"/>
    <p:sldLayoutId id="2147483845" r:id="rId5"/>
    <p:sldLayoutId id="2147483808" r:id="rId6"/>
    <p:sldLayoutId id="2147483846" r:id="rId7"/>
  </p:sldLayoutIdLst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bg1"/>
          </a:solidFill>
          <a:latin typeface="+mj-ea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bg1"/>
          </a:solidFill>
          <a:latin typeface="+mn-ea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bg1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F6D8F91-A323-4FB6-9459-1F6488A37B47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6471324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5" r:id="rId1"/>
    <p:sldLayoutId id="2147483816" r:id="rId2"/>
    <p:sldLayoutId id="2147483817" r:id="rId3"/>
    <p:sldLayoutId id="2147483847" r:id="rId4"/>
    <p:sldLayoutId id="2147483848" r:id="rId5"/>
    <p:sldLayoutId id="2147483818" r:id="rId6"/>
    <p:sldLayoutId id="2147483849" r:id="rId7"/>
  </p:sldLayoutIdLst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bg1"/>
          </a:solidFill>
          <a:latin typeface="+mj-ea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bg1"/>
          </a:solidFill>
          <a:latin typeface="+mn-ea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bg1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4C0E76B-A019-4312-80F2-2D372D6D1CA7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0549381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0" r:id="rId1"/>
    <p:sldLayoutId id="2147483821" r:id="rId2"/>
    <p:sldLayoutId id="2147483822" r:id="rId3"/>
    <p:sldLayoutId id="2147483850" r:id="rId4"/>
    <p:sldLayoutId id="2147483851" r:id="rId5"/>
    <p:sldLayoutId id="2147483823" r:id="rId6"/>
    <p:sldLayoutId id="2147483852" r:id="rId7"/>
  </p:sldLayoutIdLst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bg1"/>
          </a:solidFill>
          <a:latin typeface="+mj-ea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bg1"/>
          </a:solidFill>
          <a:latin typeface="+mn-ea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76BCE01-45A0-6F90-0528-1F6EA58649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 dirty="0" err="1"/>
              <a:t>ImageFlux</a:t>
            </a:r>
            <a:r>
              <a:rPr kumimoji="1" lang="en-US" altLang="ja-JP" dirty="0"/>
              <a:t> Live Streaming</a:t>
            </a:r>
            <a:r>
              <a:rPr kumimoji="1" lang="ja-JP" altLang="en-US" dirty="0"/>
              <a:t>デモサイト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B08370A-5776-E9B7-3675-769D946BEF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ja-JP" dirty="0"/>
              <a:t>on </a:t>
            </a:r>
            <a:r>
              <a:rPr lang="ja-JP" altLang="en-US" dirty="0"/>
              <a:t>さくらのクラウド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316732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4F3B9D53-BEEE-F99A-D6BC-A6C4CD965A2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kumimoji="1" lang="en-US" altLang="ja-JP" dirty="0" err="1"/>
              <a:t>ImageFlux</a:t>
            </a:r>
            <a:r>
              <a:rPr kumimoji="1" lang="en-US" altLang="ja-JP" dirty="0"/>
              <a:t> Live Streaming</a:t>
            </a:r>
            <a:r>
              <a:rPr lang="ja-JP" altLang="en-US" dirty="0"/>
              <a:t>デモアプリケーション</a:t>
            </a:r>
            <a:endParaRPr kumimoji="1" lang="ja-JP" altLang="en-US" dirty="0"/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F3C2725E-C124-EC3D-64A7-F65CC5AFB8BD}"/>
              </a:ext>
            </a:extLst>
          </p:cNvPr>
          <p:cNvSpPr txBox="1"/>
          <p:nvPr/>
        </p:nvSpPr>
        <p:spPr>
          <a:xfrm>
            <a:off x="1217594" y="2361529"/>
            <a:ext cx="10973612" cy="75405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800" b="1" dirty="0"/>
              <a:t>動作機序</a:t>
            </a:r>
            <a:endParaRPr kumimoji="1" lang="en-US" altLang="ja-JP" sz="4800" b="1" dirty="0"/>
          </a:p>
          <a:p>
            <a:endParaRPr kumimoji="1" lang="en-US" altLang="ja-JP" sz="2800" dirty="0"/>
          </a:p>
          <a:p>
            <a:r>
              <a:rPr kumimoji="1" lang="ja-JP" altLang="en-US" sz="2400" dirty="0"/>
              <a:t>さくらのウェブアクセラレータおよびオブジェクトストレージでホストした</a:t>
            </a:r>
            <a:r>
              <a:rPr kumimoji="1" lang="en-US" altLang="ja-JP" sz="2400" dirty="0"/>
              <a:t>SPA</a:t>
            </a:r>
            <a:r>
              <a:rPr kumimoji="1" lang="ja-JP" altLang="en-US" sz="2400" dirty="0"/>
              <a:t>から、</a:t>
            </a:r>
            <a:r>
              <a:rPr kumimoji="1" lang="en-US" altLang="ja-JP" sz="2400" dirty="0" err="1"/>
              <a:t>AppRun</a:t>
            </a:r>
            <a:r>
              <a:rPr kumimoji="1" lang="ja-JP" altLang="en-US" sz="2400" dirty="0"/>
              <a:t>共用型経由で</a:t>
            </a:r>
            <a:r>
              <a:rPr kumimoji="1" lang="en-US" altLang="ja-JP" sz="2400" dirty="0" err="1"/>
              <a:t>ImageFlux</a:t>
            </a:r>
            <a:r>
              <a:rPr kumimoji="1" lang="en-US" altLang="ja-JP" sz="2400" dirty="0"/>
              <a:t> Live Streaming</a:t>
            </a:r>
            <a:r>
              <a:rPr kumimoji="1" lang="ja-JP" altLang="en-US" sz="2400" dirty="0"/>
              <a:t>の各種</a:t>
            </a:r>
            <a:r>
              <a:rPr kumimoji="1" lang="en-US" altLang="ja-JP" sz="2400" dirty="0"/>
              <a:t>API</a:t>
            </a:r>
            <a:r>
              <a:rPr kumimoji="1" lang="ja-JP" altLang="en-US" sz="2400" dirty="0"/>
              <a:t>を呼び、チャンネル管理、アーカイブ保存先管理を行う。</a:t>
            </a:r>
            <a:br>
              <a:rPr kumimoji="1" lang="en-US" altLang="ja-JP" sz="2400" dirty="0"/>
            </a:br>
            <a:endParaRPr kumimoji="1" lang="en-US" altLang="ja-JP" sz="2400" dirty="0"/>
          </a:p>
          <a:p>
            <a:r>
              <a:rPr kumimoji="1" lang="ja-JP" altLang="en-US" sz="2400" dirty="0"/>
              <a:t>作成したチャンネルでの簡易的な配信をできるページも搭載する。</a:t>
            </a:r>
            <a:endParaRPr kumimoji="1" lang="en-US" altLang="ja-JP" sz="2400" dirty="0"/>
          </a:p>
          <a:p>
            <a:endParaRPr kumimoji="1" lang="en-US" altLang="ja-JP" sz="3200" dirty="0"/>
          </a:p>
          <a:p>
            <a:r>
              <a:rPr kumimoji="1" lang="ja-JP" altLang="en-US" sz="3200" b="1" dirty="0"/>
              <a:t>シングルページアプリケーション</a:t>
            </a:r>
            <a:endParaRPr kumimoji="1" lang="en-US" altLang="ja-JP" sz="3200" b="1" dirty="0"/>
          </a:p>
          <a:p>
            <a:endParaRPr kumimoji="1" lang="en-US" altLang="ja-JP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sz="2400" dirty="0"/>
              <a:t>Next.js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sz="2400" dirty="0"/>
              <a:t>Sora JavaScript SDK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sz="2400" dirty="0"/>
              <a:t>hls.js</a:t>
            </a:r>
          </a:p>
          <a:p>
            <a:endParaRPr kumimoji="1" lang="en-US" altLang="ja-JP" sz="2400" dirty="0"/>
          </a:p>
          <a:p>
            <a:r>
              <a:rPr kumimoji="1" lang="en-US" altLang="ja-JP" sz="3200" b="1" dirty="0"/>
              <a:t>API</a:t>
            </a:r>
            <a:r>
              <a:rPr kumimoji="1" lang="ja-JP" altLang="en-US" sz="3200" b="1" dirty="0"/>
              <a:t>サーバ</a:t>
            </a:r>
            <a:endParaRPr kumimoji="1" lang="en-US" altLang="ja-JP" sz="3200" b="1" dirty="0"/>
          </a:p>
          <a:p>
            <a:endParaRPr kumimoji="1" lang="en-US" altLang="ja-JP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sz="2400" dirty="0"/>
              <a:t>Docker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sz="2400" dirty="0"/>
              <a:t>Go</a:t>
            </a:r>
          </a:p>
        </p:txBody>
      </p: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E05F19AE-F27E-4434-8598-0AA2D7667875}"/>
              </a:ext>
            </a:extLst>
          </p:cNvPr>
          <p:cNvGrpSpPr/>
          <p:nvPr/>
        </p:nvGrpSpPr>
        <p:grpSpPr>
          <a:xfrm>
            <a:off x="14023363" y="2937466"/>
            <a:ext cx="7560000" cy="7841067"/>
            <a:chOff x="14023363" y="2937466"/>
            <a:chExt cx="7560000" cy="7841067"/>
          </a:xfrm>
        </p:grpSpPr>
        <p:cxnSp>
          <p:nvCxnSpPr>
            <p:cNvPr id="48" name="直線矢印コネクタ 47">
              <a:extLst>
                <a:ext uri="{FF2B5EF4-FFF2-40B4-BE49-F238E27FC236}">
                  <a16:creationId xmlns:a16="http://schemas.microsoft.com/office/drawing/2014/main" id="{23110E3F-0272-B800-3FB0-CE8134DC6A8D}"/>
                </a:ext>
              </a:extLst>
            </p:cNvPr>
            <p:cNvCxnSpPr>
              <a:cxnSpLocks/>
              <a:stCxn id="46" idx="0"/>
              <a:endCxn id="9" idx="2"/>
            </p:cNvCxnSpPr>
            <p:nvPr/>
          </p:nvCxnSpPr>
          <p:spPr>
            <a:xfrm flipV="1">
              <a:off x="17617738" y="7257466"/>
              <a:ext cx="5625" cy="1434736"/>
            </a:xfrm>
            <a:prstGeom prst="straightConnector1">
              <a:avLst/>
            </a:prstGeom>
            <a:ln w="76200">
              <a:solidFill>
                <a:srgbClr val="7F8087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3" name="グラフィックス 22">
              <a:extLst>
                <a:ext uri="{FF2B5EF4-FFF2-40B4-BE49-F238E27FC236}">
                  <a16:creationId xmlns:a16="http://schemas.microsoft.com/office/drawing/2014/main" id="{66F7D680-994F-80EA-2660-AC0D9FAD446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4023363" y="4377466"/>
              <a:ext cx="1440000" cy="1440000"/>
            </a:xfrm>
            <a:prstGeom prst="rect">
              <a:avLst/>
            </a:prstGeom>
          </p:spPr>
        </p:pic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56101BC6-E290-B6C6-8B4B-1FE7EC964DD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903363" y="5817466"/>
              <a:ext cx="1440000" cy="1440000"/>
            </a:xfrm>
            <a:prstGeom prst="rect">
              <a:avLst/>
            </a:prstGeom>
          </p:spPr>
        </p:pic>
        <p:pic>
          <p:nvPicPr>
            <p:cNvPr id="15" name="グラフィックス 14">
              <a:extLst>
                <a:ext uri="{FF2B5EF4-FFF2-40B4-BE49-F238E27FC236}">
                  <a16:creationId xmlns:a16="http://schemas.microsoft.com/office/drawing/2014/main" id="{A1F98E5E-4BA8-EFF5-0B0F-8FBAFEFE027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9783363" y="5890452"/>
              <a:ext cx="1440000" cy="1294027"/>
            </a:xfrm>
            <a:prstGeom prst="rect">
              <a:avLst/>
            </a:prstGeom>
          </p:spPr>
        </p:pic>
        <p:pic>
          <p:nvPicPr>
            <p:cNvPr id="17" name="グラフィックス 16">
              <a:extLst>
                <a:ext uri="{FF2B5EF4-FFF2-40B4-BE49-F238E27FC236}">
                  <a16:creationId xmlns:a16="http://schemas.microsoft.com/office/drawing/2014/main" id="{1515A385-56AD-D4BB-2BD4-7453FE17478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9783363" y="2937466"/>
              <a:ext cx="1440000" cy="1440000"/>
            </a:xfrm>
            <a:prstGeom prst="rect">
              <a:avLst/>
            </a:prstGeom>
          </p:spPr>
        </p:pic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8B343D41-767F-7149-5F1C-B1A58973CC5A}"/>
                </a:ext>
              </a:extLst>
            </p:cNvPr>
            <p:cNvSpPr txBox="1"/>
            <p:nvPr/>
          </p:nvSpPr>
          <p:spPr>
            <a:xfrm>
              <a:off x="16537738" y="4519068"/>
              <a:ext cx="21600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dirty="0"/>
                <a:t>さくらのウェブ</a:t>
              </a:r>
              <a:br>
                <a:rPr kumimoji="1" lang="en-US" altLang="ja-JP" dirty="0"/>
              </a:br>
              <a:r>
                <a:rPr kumimoji="1" lang="ja-JP" altLang="en-US" dirty="0"/>
                <a:t>アクセラレータ</a:t>
              </a:r>
            </a:p>
          </p:txBody>
        </p: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AC8BEC35-7B9A-E7C7-3770-6CAEE40A9026}"/>
                </a:ext>
              </a:extLst>
            </p:cNvPr>
            <p:cNvSpPr txBox="1"/>
            <p:nvPr/>
          </p:nvSpPr>
          <p:spPr>
            <a:xfrm>
              <a:off x="19423363" y="4519067"/>
              <a:ext cx="21600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dirty="0"/>
                <a:t>オブジェクト</a:t>
              </a:r>
              <a:br>
                <a:rPr kumimoji="1" lang="en-US" altLang="ja-JP" dirty="0"/>
              </a:br>
              <a:r>
                <a:rPr kumimoji="1" lang="ja-JP" altLang="en-US" dirty="0"/>
                <a:t>ストレージ</a:t>
              </a: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20BB327F-29F2-275F-2820-AB5C12765EE1}"/>
                </a:ext>
              </a:extLst>
            </p:cNvPr>
            <p:cNvSpPr txBox="1"/>
            <p:nvPr/>
          </p:nvSpPr>
          <p:spPr>
            <a:xfrm>
              <a:off x="16537738" y="5442399"/>
              <a:ext cx="2160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 err="1"/>
                <a:t>AppRun</a:t>
              </a:r>
              <a:r>
                <a:rPr kumimoji="1" lang="ja-JP" altLang="en-US" dirty="0"/>
                <a:t>共用型</a:t>
              </a:r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22478BDA-70BE-1B30-69E4-F5B33F41DDF9}"/>
                </a:ext>
              </a:extLst>
            </p:cNvPr>
            <p:cNvSpPr txBox="1"/>
            <p:nvPr/>
          </p:nvSpPr>
          <p:spPr>
            <a:xfrm>
              <a:off x="19423363" y="7263202"/>
              <a:ext cx="21600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dirty="0" err="1"/>
                <a:t>ImageFlux</a:t>
              </a:r>
              <a:br>
                <a:rPr kumimoji="1" lang="en-US" altLang="ja-JP" dirty="0"/>
              </a:br>
              <a:r>
                <a:rPr kumimoji="1" lang="en-US" altLang="ja-JP" dirty="0"/>
                <a:t>Live Streaming</a:t>
              </a:r>
              <a:endParaRPr kumimoji="1" lang="ja-JP" altLang="en-US" dirty="0"/>
            </a:p>
          </p:txBody>
        </p:sp>
        <p:cxnSp>
          <p:nvCxnSpPr>
            <p:cNvPr id="25" name="直線矢印コネクタ 24">
              <a:extLst>
                <a:ext uri="{FF2B5EF4-FFF2-40B4-BE49-F238E27FC236}">
                  <a16:creationId xmlns:a16="http://schemas.microsoft.com/office/drawing/2014/main" id="{D1511AFF-534E-50AC-E7F1-5960FCCF2DC1}"/>
                </a:ext>
              </a:extLst>
            </p:cNvPr>
            <p:cNvCxnSpPr>
              <a:cxnSpLocks/>
              <a:stCxn id="4" idx="3"/>
              <a:endCxn id="17" idx="1"/>
            </p:cNvCxnSpPr>
            <p:nvPr/>
          </p:nvCxnSpPr>
          <p:spPr>
            <a:xfrm flipV="1">
              <a:off x="18343363" y="3657466"/>
              <a:ext cx="1440000" cy="3463"/>
            </a:xfrm>
            <a:prstGeom prst="straightConnector1">
              <a:avLst/>
            </a:prstGeom>
            <a:ln w="76200">
              <a:solidFill>
                <a:srgbClr val="7F8087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線矢印コネクタ 25">
              <a:extLst>
                <a:ext uri="{FF2B5EF4-FFF2-40B4-BE49-F238E27FC236}">
                  <a16:creationId xmlns:a16="http://schemas.microsoft.com/office/drawing/2014/main" id="{27EBF9F0-3703-047C-04CB-8AD93AF39BD2}"/>
                </a:ext>
              </a:extLst>
            </p:cNvPr>
            <p:cNvCxnSpPr>
              <a:cxnSpLocks/>
              <a:stCxn id="9" idx="3"/>
            </p:cNvCxnSpPr>
            <p:nvPr/>
          </p:nvCxnSpPr>
          <p:spPr>
            <a:xfrm>
              <a:off x="18343363" y="6537466"/>
              <a:ext cx="1440000" cy="0"/>
            </a:xfrm>
            <a:prstGeom prst="straightConnector1">
              <a:avLst/>
            </a:prstGeom>
            <a:ln w="76200">
              <a:solidFill>
                <a:srgbClr val="7F8087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コネクタ: カギ線 30">
              <a:extLst>
                <a:ext uri="{FF2B5EF4-FFF2-40B4-BE49-F238E27FC236}">
                  <a16:creationId xmlns:a16="http://schemas.microsoft.com/office/drawing/2014/main" id="{F2B7C0C2-A662-CE01-7739-078D34ADE4A5}"/>
                </a:ext>
              </a:extLst>
            </p:cNvPr>
            <p:cNvCxnSpPr>
              <a:cxnSpLocks/>
              <a:stCxn id="23" idx="3"/>
              <a:endCxn id="4" idx="1"/>
            </p:cNvCxnSpPr>
            <p:nvPr/>
          </p:nvCxnSpPr>
          <p:spPr>
            <a:xfrm flipV="1">
              <a:off x="15463363" y="3660929"/>
              <a:ext cx="1440000" cy="1436537"/>
            </a:xfrm>
            <a:prstGeom prst="bentConnector3">
              <a:avLst>
                <a:gd name="adj1" fmla="val 50000"/>
              </a:avLst>
            </a:prstGeom>
            <a:ln w="76200">
              <a:solidFill>
                <a:schemeClr val="bg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コネクタ: カギ線 32">
              <a:extLst>
                <a:ext uri="{FF2B5EF4-FFF2-40B4-BE49-F238E27FC236}">
                  <a16:creationId xmlns:a16="http://schemas.microsoft.com/office/drawing/2014/main" id="{AA839558-2734-20FB-F826-6FBC746E8E60}"/>
                </a:ext>
              </a:extLst>
            </p:cNvPr>
            <p:cNvCxnSpPr>
              <a:cxnSpLocks/>
              <a:stCxn id="23" idx="3"/>
              <a:endCxn id="9" idx="1"/>
            </p:cNvCxnSpPr>
            <p:nvPr/>
          </p:nvCxnSpPr>
          <p:spPr>
            <a:xfrm>
              <a:off x="15463363" y="5097466"/>
              <a:ext cx="1440000" cy="1440000"/>
            </a:xfrm>
            <a:prstGeom prst="bentConnector3">
              <a:avLst>
                <a:gd name="adj1" fmla="val 50000"/>
              </a:avLst>
            </a:prstGeom>
            <a:ln w="76200">
              <a:solidFill>
                <a:schemeClr val="bg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46" name="図 45">
              <a:extLst>
                <a:ext uri="{FF2B5EF4-FFF2-40B4-BE49-F238E27FC236}">
                  <a16:creationId xmlns:a16="http://schemas.microsoft.com/office/drawing/2014/main" id="{0FE872DC-E8D1-2F34-607A-C2B11F899FB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6897738" y="8692202"/>
              <a:ext cx="1440000" cy="1440000"/>
            </a:xfrm>
            <a:prstGeom prst="rect">
              <a:avLst/>
            </a:prstGeom>
          </p:spPr>
        </p:pic>
        <p:sp>
          <p:nvSpPr>
            <p:cNvPr id="51" name="テキスト ボックス 50">
              <a:extLst>
                <a:ext uri="{FF2B5EF4-FFF2-40B4-BE49-F238E27FC236}">
                  <a16:creationId xmlns:a16="http://schemas.microsoft.com/office/drawing/2014/main" id="{AA1E5E68-4974-9CFE-A8D8-E6E70C24DADE}"/>
                </a:ext>
              </a:extLst>
            </p:cNvPr>
            <p:cNvSpPr txBox="1"/>
            <p:nvPr/>
          </p:nvSpPr>
          <p:spPr>
            <a:xfrm>
              <a:off x="16537738" y="10132202"/>
              <a:ext cx="21600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dirty="0"/>
                <a:t>コンテナ</a:t>
              </a:r>
              <a:br>
                <a:rPr kumimoji="1" lang="en-US" altLang="ja-JP" dirty="0"/>
              </a:br>
              <a:r>
                <a:rPr kumimoji="1" lang="ja-JP" altLang="en-US" dirty="0"/>
                <a:t>レジストリ</a:t>
              </a:r>
            </a:p>
          </p:txBody>
        </p:sp>
        <p:pic>
          <p:nvPicPr>
            <p:cNvPr id="4" name="グラフィックス 3">
              <a:extLst>
                <a:ext uri="{FF2B5EF4-FFF2-40B4-BE49-F238E27FC236}">
                  <a16:creationId xmlns:a16="http://schemas.microsoft.com/office/drawing/2014/main" id="{9F7FB5C9-646D-24C3-F89C-E0724B2A0E5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6903363" y="2940929"/>
              <a:ext cx="1440000" cy="144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3347138"/>
      </p:ext>
    </p:extLst>
  </p:cSld>
  <p:clrMapOvr>
    <a:masterClrMapping/>
  </p:clrMapOvr>
</p:sld>
</file>

<file path=ppt/theme/theme1.xml><?xml version="1.0" encoding="utf-8"?>
<a:theme xmlns:a="http://schemas.openxmlformats.org/drawingml/2006/main" name="基本">
  <a:themeElements>
    <a:clrScheme name="SAKURA Color">
      <a:dk1>
        <a:srgbClr val="404044"/>
      </a:dk1>
      <a:lt1>
        <a:srgbClr val="FFFFFF"/>
      </a:lt1>
      <a:dk2>
        <a:srgbClr val="000000"/>
      </a:dk2>
      <a:lt2>
        <a:srgbClr val="808088"/>
      </a:lt2>
      <a:accent1>
        <a:srgbClr val="FF5577"/>
      </a:accent1>
      <a:accent2>
        <a:srgbClr val="FF8800"/>
      </a:accent2>
      <a:accent3>
        <a:srgbClr val="FFCC00"/>
      </a:accent3>
      <a:accent4>
        <a:srgbClr val="00C8C8"/>
      </a:accent4>
      <a:accent5>
        <a:srgbClr val="7799DD"/>
      </a:accent5>
      <a:accent6>
        <a:srgbClr val="0000AA"/>
      </a:accent6>
      <a:hlink>
        <a:srgbClr val="0000AA"/>
      </a:hlink>
      <a:folHlink>
        <a:srgbClr val="BBCCEE"/>
      </a:folHlink>
    </a:clrScheme>
    <a:fontScheme name="Haru TP">
      <a:majorFont>
        <a:latin typeface="Haru TP B"/>
        <a:ea typeface="Haru TP B"/>
        <a:cs typeface=""/>
      </a:majorFont>
      <a:minorFont>
        <a:latin typeface="Haru TP R"/>
        <a:ea typeface="Haru TP 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_pptx_sketch_template_0601" id="{6A4FCEF0-0408-405E-A883-5D3D0E2EF2E6}" vid="{B303FDB0-1878-4EE4-B59B-F6C3E1E7D1FA}"/>
    </a:ext>
  </a:extLst>
</a:theme>
</file>

<file path=ppt/theme/theme2.xml><?xml version="1.0" encoding="utf-8"?>
<a:theme xmlns:a="http://schemas.openxmlformats.org/drawingml/2006/main" name="セクショニング(SAKURA Pink)">
  <a:themeElements>
    <a:clrScheme name="SAKURA Color">
      <a:dk1>
        <a:srgbClr val="404044"/>
      </a:dk1>
      <a:lt1>
        <a:srgbClr val="FFFFFF"/>
      </a:lt1>
      <a:dk2>
        <a:srgbClr val="000000"/>
      </a:dk2>
      <a:lt2>
        <a:srgbClr val="808088"/>
      </a:lt2>
      <a:accent1>
        <a:srgbClr val="FF5577"/>
      </a:accent1>
      <a:accent2>
        <a:srgbClr val="FF8800"/>
      </a:accent2>
      <a:accent3>
        <a:srgbClr val="FFCC00"/>
      </a:accent3>
      <a:accent4>
        <a:srgbClr val="00C8C8"/>
      </a:accent4>
      <a:accent5>
        <a:srgbClr val="7799DD"/>
      </a:accent5>
      <a:accent6>
        <a:srgbClr val="0000AA"/>
      </a:accent6>
      <a:hlink>
        <a:srgbClr val="0000AA"/>
      </a:hlink>
      <a:folHlink>
        <a:srgbClr val="BBCCEE"/>
      </a:folHlink>
    </a:clrScheme>
    <a:fontScheme name="Haru TP">
      <a:majorFont>
        <a:latin typeface="Haru TP B"/>
        <a:ea typeface="Haru TP B"/>
        <a:cs typeface=""/>
      </a:majorFont>
      <a:minorFont>
        <a:latin typeface="Haru TP R"/>
        <a:ea typeface="Haru TP 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_pptx_sketch_template_0601" id="{6A4FCEF0-0408-405E-A883-5D3D0E2EF2E6}" vid="{13E03A7F-CE58-40DC-BD8C-2E83A42748A8}"/>
    </a:ext>
  </a:extLst>
</a:theme>
</file>

<file path=ppt/theme/theme3.xml><?xml version="1.0" encoding="utf-8"?>
<a:theme xmlns:a="http://schemas.openxmlformats.org/drawingml/2006/main" name="セクショニング(SAKURA Orange)">
  <a:themeElements>
    <a:clrScheme name="SAKURA Color">
      <a:dk1>
        <a:srgbClr val="404044"/>
      </a:dk1>
      <a:lt1>
        <a:srgbClr val="FFFFFF"/>
      </a:lt1>
      <a:dk2>
        <a:srgbClr val="000000"/>
      </a:dk2>
      <a:lt2>
        <a:srgbClr val="808088"/>
      </a:lt2>
      <a:accent1>
        <a:srgbClr val="FF5577"/>
      </a:accent1>
      <a:accent2>
        <a:srgbClr val="FF8800"/>
      </a:accent2>
      <a:accent3>
        <a:srgbClr val="FFCC00"/>
      </a:accent3>
      <a:accent4>
        <a:srgbClr val="00C8C8"/>
      </a:accent4>
      <a:accent5>
        <a:srgbClr val="7799DD"/>
      </a:accent5>
      <a:accent6>
        <a:srgbClr val="0000AA"/>
      </a:accent6>
      <a:hlink>
        <a:srgbClr val="0000AA"/>
      </a:hlink>
      <a:folHlink>
        <a:srgbClr val="BBCCEE"/>
      </a:folHlink>
    </a:clrScheme>
    <a:fontScheme name="Haru TP">
      <a:majorFont>
        <a:latin typeface="Haru TP B"/>
        <a:ea typeface="Haru TP B"/>
        <a:cs typeface=""/>
      </a:majorFont>
      <a:minorFont>
        <a:latin typeface="Haru TP R"/>
        <a:ea typeface="Haru TP 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_pptx_sketch_template_0601" id="{6A4FCEF0-0408-405E-A883-5D3D0E2EF2E6}" vid="{DD3E25F5-3C21-431F-8027-130F3AAC90F3}"/>
    </a:ext>
  </a:extLst>
</a:theme>
</file>

<file path=ppt/theme/theme4.xml><?xml version="1.0" encoding="utf-8"?>
<a:theme xmlns:a="http://schemas.openxmlformats.org/drawingml/2006/main" name="セクショニング(SAKURA Blue Light)">
  <a:themeElements>
    <a:clrScheme name="SAKURA Color">
      <a:dk1>
        <a:srgbClr val="404044"/>
      </a:dk1>
      <a:lt1>
        <a:srgbClr val="FFFFFF"/>
      </a:lt1>
      <a:dk2>
        <a:srgbClr val="000000"/>
      </a:dk2>
      <a:lt2>
        <a:srgbClr val="808088"/>
      </a:lt2>
      <a:accent1>
        <a:srgbClr val="FF5577"/>
      </a:accent1>
      <a:accent2>
        <a:srgbClr val="FF8800"/>
      </a:accent2>
      <a:accent3>
        <a:srgbClr val="FFCC00"/>
      </a:accent3>
      <a:accent4>
        <a:srgbClr val="00C8C8"/>
      </a:accent4>
      <a:accent5>
        <a:srgbClr val="7799DD"/>
      </a:accent5>
      <a:accent6>
        <a:srgbClr val="0000AA"/>
      </a:accent6>
      <a:hlink>
        <a:srgbClr val="0000AA"/>
      </a:hlink>
      <a:folHlink>
        <a:srgbClr val="BBCCEE"/>
      </a:folHlink>
    </a:clrScheme>
    <a:fontScheme name="Haru TP">
      <a:majorFont>
        <a:latin typeface="Haru TP B"/>
        <a:ea typeface="Haru TP B"/>
        <a:cs typeface=""/>
      </a:majorFont>
      <a:minorFont>
        <a:latin typeface="Haru TP R"/>
        <a:ea typeface="Haru TP 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_pptx_sketch_template_0601" id="{6A4FCEF0-0408-405E-A883-5D3D0E2EF2E6}" vid="{8295E8FA-2BD7-470E-B45F-4809C34CABB5}"/>
    </a:ext>
  </a:extLst>
</a:theme>
</file>

<file path=ppt/theme/theme5.xml><?xml version="1.0" encoding="utf-8"?>
<a:theme xmlns:a="http://schemas.openxmlformats.org/drawingml/2006/main" name="セクショニング(SAKURA Yellow)">
  <a:themeElements>
    <a:clrScheme name="SAKURA Color">
      <a:dk1>
        <a:srgbClr val="404044"/>
      </a:dk1>
      <a:lt1>
        <a:srgbClr val="FFFFFF"/>
      </a:lt1>
      <a:dk2>
        <a:srgbClr val="000000"/>
      </a:dk2>
      <a:lt2>
        <a:srgbClr val="808088"/>
      </a:lt2>
      <a:accent1>
        <a:srgbClr val="FF5577"/>
      </a:accent1>
      <a:accent2>
        <a:srgbClr val="FF8800"/>
      </a:accent2>
      <a:accent3>
        <a:srgbClr val="FFCC00"/>
      </a:accent3>
      <a:accent4>
        <a:srgbClr val="00C8C8"/>
      </a:accent4>
      <a:accent5>
        <a:srgbClr val="7799DD"/>
      </a:accent5>
      <a:accent6>
        <a:srgbClr val="0000AA"/>
      </a:accent6>
      <a:hlink>
        <a:srgbClr val="0000AA"/>
      </a:hlink>
      <a:folHlink>
        <a:srgbClr val="BBCCEE"/>
      </a:folHlink>
    </a:clrScheme>
    <a:fontScheme name="Haru TP">
      <a:majorFont>
        <a:latin typeface="Haru TP B"/>
        <a:ea typeface="Haru TP B"/>
        <a:cs typeface=""/>
      </a:majorFont>
      <a:minorFont>
        <a:latin typeface="Haru TP R"/>
        <a:ea typeface="Haru TP 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_pptx_sketch_template_0601" id="{6A4FCEF0-0408-405E-A883-5D3D0E2EF2E6}" vid="{DFD6CF57-3C64-4BE2-8D17-94EAFBD1A005}"/>
    </a:ext>
  </a:extLst>
</a:theme>
</file>

<file path=ppt/theme/theme6.xml><?xml version="1.0" encoding="utf-8"?>
<a:theme xmlns:a="http://schemas.openxmlformats.org/drawingml/2006/main" name="セクショニング(SAKURA Dark Blue)">
  <a:themeElements>
    <a:clrScheme name="SAKURA Color">
      <a:dk1>
        <a:srgbClr val="404044"/>
      </a:dk1>
      <a:lt1>
        <a:srgbClr val="FFFFFF"/>
      </a:lt1>
      <a:dk2>
        <a:srgbClr val="000000"/>
      </a:dk2>
      <a:lt2>
        <a:srgbClr val="808088"/>
      </a:lt2>
      <a:accent1>
        <a:srgbClr val="FF5577"/>
      </a:accent1>
      <a:accent2>
        <a:srgbClr val="FF8800"/>
      </a:accent2>
      <a:accent3>
        <a:srgbClr val="FFCC00"/>
      </a:accent3>
      <a:accent4>
        <a:srgbClr val="00C8C8"/>
      </a:accent4>
      <a:accent5>
        <a:srgbClr val="7799DD"/>
      </a:accent5>
      <a:accent6>
        <a:srgbClr val="0000AA"/>
      </a:accent6>
      <a:hlink>
        <a:srgbClr val="0000AA"/>
      </a:hlink>
      <a:folHlink>
        <a:srgbClr val="BBCCEE"/>
      </a:folHlink>
    </a:clrScheme>
    <a:fontScheme name="Haru TP">
      <a:majorFont>
        <a:latin typeface="Haru TP B"/>
        <a:ea typeface="Haru TP B"/>
        <a:cs typeface=""/>
      </a:majorFont>
      <a:minorFont>
        <a:latin typeface="Haru TP R"/>
        <a:ea typeface="Haru TP 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_pptx_sketch_template_0601" id="{6A4FCEF0-0408-405E-A883-5D3D0E2EF2E6}" vid="{DA49226F-B767-47F5-AD40-CA3A982FDD7D}"/>
    </a:ext>
  </a:extLst>
</a:theme>
</file>

<file path=ppt/theme/theme7.xml><?xml version="1.0" encoding="utf-8"?>
<a:theme xmlns:a="http://schemas.openxmlformats.org/drawingml/2006/main" name="セクショニング(SAKURA Green)">
  <a:themeElements>
    <a:clrScheme name="SAKURA Color">
      <a:dk1>
        <a:srgbClr val="404044"/>
      </a:dk1>
      <a:lt1>
        <a:srgbClr val="FFFFFF"/>
      </a:lt1>
      <a:dk2>
        <a:srgbClr val="000000"/>
      </a:dk2>
      <a:lt2>
        <a:srgbClr val="808088"/>
      </a:lt2>
      <a:accent1>
        <a:srgbClr val="FF5577"/>
      </a:accent1>
      <a:accent2>
        <a:srgbClr val="FF8800"/>
      </a:accent2>
      <a:accent3>
        <a:srgbClr val="FFCC00"/>
      </a:accent3>
      <a:accent4>
        <a:srgbClr val="00C8C8"/>
      </a:accent4>
      <a:accent5>
        <a:srgbClr val="7799DD"/>
      </a:accent5>
      <a:accent6>
        <a:srgbClr val="0000AA"/>
      </a:accent6>
      <a:hlink>
        <a:srgbClr val="0000AA"/>
      </a:hlink>
      <a:folHlink>
        <a:srgbClr val="BBCCEE"/>
      </a:folHlink>
    </a:clrScheme>
    <a:fontScheme name="Haru TP">
      <a:majorFont>
        <a:latin typeface="Haru TP B"/>
        <a:ea typeface="Haru TP B"/>
        <a:cs typeface=""/>
      </a:majorFont>
      <a:minorFont>
        <a:latin typeface="Haru TP R"/>
        <a:ea typeface="Haru TP 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_pptx_sketch_template_0601" id="{6A4FCEF0-0408-405E-A883-5D3D0E2EF2E6}" vid="{59D96151-4E89-41F0-9F64-A0A41940310E}"/>
    </a:ext>
  </a:extLst>
</a:theme>
</file>

<file path=ppt/theme/theme8.xml><?xml version="1.0" encoding="utf-8"?>
<a:theme xmlns:a="http://schemas.openxmlformats.org/drawingml/2006/main" name="セクショニング(SAKURA Black)">
  <a:themeElements>
    <a:clrScheme name="SAKURA Color">
      <a:dk1>
        <a:srgbClr val="404044"/>
      </a:dk1>
      <a:lt1>
        <a:srgbClr val="FFFFFF"/>
      </a:lt1>
      <a:dk2>
        <a:srgbClr val="000000"/>
      </a:dk2>
      <a:lt2>
        <a:srgbClr val="808088"/>
      </a:lt2>
      <a:accent1>
        <a:srgbClr val="FF5577"/>
      </a:accent1>
      <a:accent2>
        <a:srgbClr val="FF8800"/>
      </a:accent2>
      <a:accent3>
        <a:srgbClr val="FFCC00"/>
      </a:accent3>
      <a:accent4>
        <a:srgbClr val="00C8C8"/>
      </a:accent4>
      <a:accent5>
        <a:srgbClr val="7799DD"/>
      </a:accent5>
      <a:accent6>
        <a:srgbClr val="0000AA"/>
      </a:accent6>
      <a:hlink>
        <a:srgbClr val="0000AA"/>
      </a:hlink>
      <a:folHlink>
        <a:srgbClr val="BBCCEE"/>
      </a:folHlink>
    </a:clrScheme>
    <a:fontScheme name="Haru TP">
      <a:majorFont>
        <a:latin typeface="Haru TP B"/>
        <a:ea typeface="Haru TP B"/>
        <a:cs typeface=""/>
      </a:majorFont>
      <a:minorFont>
        <a:latin typeface="Haru TP R"/>
        <a:ea typeface="Haru TP 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_pptx_sketch_template_0601" id="{6A4FCEF0-0408-405E-A883-5D3D0E2EF2E6}" vid="{E3E8F9E2-EF40-42C2-897E-A09A55258272}"/>
    </a:ext>
  </a:extLst>
</a:theme>
</file>

<file path=ppt/theme/theme9.xml><?xml version="1.0" encoding="utf-8"?>
<a:theme xmlns:a="http://schemas.openxmlformats.org/drawingml/2006/main" name="セクショニング(SAKURA Gray)">
  <a:themeElements>
    <a:clrScheme name="SAKURA Color">
      <a:dk1>
        <a:srgbClr val="404044"/>
      </a:dk1>
      <a:lt1>
        <a:srgbClr val="FFFFFF"/>
      </a:lt1>
      <a:dk2>
        <a:srgbClr val="000000"/>
      </a:dk2>
      <a:lt2>
        <a:srgbClr val="808088"/>
      </a:lt2>
      <a:accent1>
        <a:srgbClr val="FF5577"/>
      </a:accent1>
      <a:accent2>
        <a:srgbClr val="FF8800"/>
      </a:accent2>
      <a:accent3>
        <a:srgbClr val="FFCC00"/>
      </a:accent3>
      <a:accent4>
        <a:srgbClr val="00C8C8"/>
      </a:accent4>
      <a:accent5>
        <a:srgbClr val="7799DD"/>
      </a:accent5>
      <a:accent6>
        <a:srgbClr val="0000AA"/>
      </a:accent6>
      <a:hlink>
        <a:srgbClr val="0000AA"/>
      </a:hlink>
      <a:folHlink>
        <a:srgbClr val="BBCCEE"/>
      </a:folHlink>
    </a:clrScheme>
    <a:fontScheme name="Haru TP">
      <a:majorFont>
        <a:latin typeface="Haru TP B"/>
        <a:ea typeface="Haru TP B"/>
        <a:cs typeface=""/>
      </a:majorFont>
      <a:minorFont>
        <a:latin typeface="Haru TP R"/>
        <a:ea typeface="Haru TP 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_pptx_sketch_template_0601" id="{6A4FCEF0-0408-405E-A883-5D3D0E2EF2E6}" vid="{1FA81F2E-A000-432C-BF2A-52CADB5C7843}"/>
    </a:ext>
  </a:extLst>
</a:theme>
</file>

<file path=ppt/theme/theme10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DesignTemplate_2020(4-3)(16-9)</Template>
  <TotalTime>24</TotalTime>
  <Words>93</Words>
  <Application>Microsoft Office PowerPoint</Application>
  <PresentationFormat>ユーザー設定</PresentationFormat>
  <Paragraphs>23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9</vt:i4>
      </vt:variant>
      <vt:variant>
        <vt:lpstr>スライド タイトル</vt:lpstr>
      </vt:variant>
      <vt:variant>
        <vt:i4>2</vt:i4>
      </vt:variant>
    </vt:vector>
  </HeadingPairs>
  <TitlesOfParts>
    <vt:vector size="16" baseType="lpstr">
      <vt:lpstr>Haru TP B</vt:lpstr>
      <vt:lpstr>Haru TP M</vt:lpstr>
      <vt:lpstr>Haru TP R</vt:lpstr>
      <vt:lpstr>游ゴシック</vt:lpstr>
      <vt:lpstr>Arial</vt:lpstr>
      <vt:lpstr>基本</vt:lpstr>
      <vt:lpstr>セクショニング(SAKURA Pink)</vt:lpstr>
      <vt:lpstr>セクショニング(SAKURA Orange)</vt:lpstr>
      <vt:lpstr>セクショニング(SAKURA Blue Light)</vt:lpstr>
      <vt:lpstr>セクショニング(SAKURA Yellow)</vt:lpstr>
      <vt:lpstr>セクショニング(SAKURA Dark Blue)</vt:lpstr>
      <vt:lpstr>セクショニング(SAKURA Green)</vt:lpstr>
      <vt:lpstr>セクショニング(SAKURA Black)</vt:lpstr>
      <vt:lpstr>セクショニング(SAKURA Gray)</vt:lpstr>
      <vt:lpstr>ImageFlux Live Streamingデモサイト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城谷 匠</dc:creator>
  <cp:lastModifiedBy>城谷 匠</cp:lastModifiedBy>
  <cp:revision>1</cp:revision>
  <dcterms:created xsi:type="dcterms:W3CDTF">2026-05-26T11:41:17Z</dcterms:created>
  <dcterms:modified xsi:type="dcterms:W3CDTF">2026-05-27T10:20:15Z</dcterms:modified>
</cp:coreProperties>
</file>